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60" r:id="rId2"/>
    <p:sldId id="264" r:id="rId3"/>
    <p:sldId id="265" r:id="rId4"/>
    <p:sldId id="266" r:id="rId5"/>
    <p:sldId id="261" r:id="rId6"/>
    <p:sldId id="267" r:id="rId7"/>
    <p:sldId id="268" r:id="rId8"/>
    <p:sldId id="258" r:id="rId9"/>
    <p:sldId id="262" r:id="rId10"/>
    <p:sldId id="259" r:id="rId11"/>
    <p:sldId id="269" r:id="rId12"/>
    <p:sldId id="270" r:id="rId13"/>
    <p:sldId id="271" r:id="rId14"/>
    <p:sldId id="272" r:id="rId15"/>
    <p:sldId id="306" r:id="rId16"/>
    <p:sldId id="273" r:id="rId17"/>
    <p:sldId id="307" r:id="rId18"/>
    <p:sldId id="276" r:id="rId19"/>
    <p:sldId id="308" r:id="rId20"/>
    <p:sldId id="274" r:id="rId21"/>
    <p:sldId id="275" r:id="rId22"/>
    <p:sldId id="277" r:id="rId23"/>
    <p:sldId id="309" r:id="rId24"/>
    <p:sldId id="278" r:id="rId25"/>
    <p:sldId id="310" r:id="rId26"/>
    <p:sldId id="279" r:id="rId27"/>
    <p:sldId id="280" r:id="rId28"/>
    <p:sldId id="281" r:id="rId29"/>
    <p:sldId id="282" r:id="rId30"/>
    <p:sldId id="311" r:id="rId31"/>
    <p:sldId id="263" r:id="rId32"/>
    <p:sldId id="284" r:id="rId33"/>
    <p:sldId id="285" r:id="rId34"/>
    <p:sldId id="286" r:id="rId35"/>
    <p:sldId id="283" r:id="rId36"/>
    <p:sldId id="287" r:id="rId37"/>
    <p:sldId id="288" r:id="rId38"/>
    <p:sldId id="256" r:id="rId39"/>
    <p:sldId id="289" r:id="rId40"/>
    <p:sldId id="290" r:id="rId41"/>
    <p:sldId id="291" r:id="rId42"/>
    <p:sldId id="292" r:id="rId43"/>
    <p:sldId id="293" r:id="rId44"/>
    <p:sldId id="295" r:id="rId45"/>
    <p:sldId id="296" r:id="rId46"/>
    <p:sldId id="312" r:id="rId47"/>
    <p:sldId id="304" r:id="rId48"/>
    <p:sldId id="305" r:id="rId49"/>
    <p:sldId id="314" r:id="rId50"/>
    <p:sldId id="313" r:id="rId51"/>
    <p:sldId id="315" r:id="rId52"/>
    <p:sldId id="316" r:id="rId53"/>
    <p:sldId id="317" r:id="rId54"/>
    <p:sldId id="318" r:id="rId55"/>
    <p:sldId id="297" r:id="rId56"/>
    <p:sldId id="298" r:id="rId57"/>
    <p:sldId id="299" r:id="rId58"/>
    <p:sldId id="300" r:id="rId59"/>
    <p:sldId id="301" r:id="rId60"/>
    <p:sldId id="303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652E5-A3E3-41C8-93DF-F8CE3318E003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F297A-8B04-4B73-8447-BD2D04F4B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1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F297A-8B04-4B73-8447-BD2D04F4B4E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9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7E92-6791-F433-2E5D-3B27CA98E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2884B-1093-3796-9C83-3F1E06A8D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302C0-03EF-C3D4-A8F2-08B766EC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865E5-28B4-56B9-1FA7-44DE27B3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B0DC4-A1E7-7001-D3C0-9394F924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7C5D-175E-1E36-AA6F-41337449E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DD93E-CD7C-CC92-2773-49D9C4E09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6D4EB-D8EB-4545-7A15-797BE193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A5B9-54BB-B804-33C4-BF9233D8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2E52C-8CE6-82CF-4D5D-4B2810CC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39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41B2-E482-47FA-809B-0FC6277D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D9EEE-7E70-E719-38B4-F21963AF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0F0D4-9328-C9CD-3C99-61AF620A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1D7F3-1FF0-0379-2C7C-AB89063D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AFE42-6000-C513-82B5-8FA853A5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5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04C5-2295-FFA7-98DB-EDE48155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CA432-7C99-4B4B-8379-6E3D69717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A3E6E-686E-21C6-84CB-69CB74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A4F61-6DE3-6089-5D6F-35AFD474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6477-71FA-8CBA-F1CC-175680A9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F21C-CB40-A875-8FFC-A6AF96F9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19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F2E5-598E-43D9-B0BC-8E89156E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48237-2849-D568-D5AD-03E43D48C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E8960-19C6-4919-7852-A3692B01C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A6C05-7302-1A68-D2FC-3D183829E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B92F5-5705-08CF-CCD3-E85A6E7A5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83E8A-F60E-C72D-E6A6-6227C3E5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EFB28-56F9-6461-F4BD-CF84F43C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17AD76-6322-5447-8F28-EBC1FE79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55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12B7-DDCF-179B-82F7-50A999DA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CBC03-8ADB-94E7-80EB-A50A89EF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9DD56-937F-B0A2-D7F1-4B44CC6F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4E08A-3CA6-B745-6103-895E7C9C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94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3653F-6118-A9CF-BD35-F218DDF1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96D70-702B-A1B3-9671-ABCE97B3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FD88A-6E70-A8A1-B356-5584CFEE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6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DC4F-B83A-A3AF-F22A-EBE44205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9055-64C4-CAB6-2927-FE4C3C934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FC60F-647D-F512-4F0D-96292CE84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5955B-43D5-7C1A-7E47-F90CE3681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A22E6-36D0-E537-5D9D-EDF0804D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7C9C0-C815-DA3C-2423-9811F069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55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D6D0-2B06-577A-3109-617BC518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8CCEE-C59D-09F1-2BF3-C3717CB619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DBA5B-E1B8-8A4A-684D-83F78982F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CEF74-52FD-EA18-329E-42148E6A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1F539-5FD9-2A6D-9BDD-6671142A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4FAE9-1CA5-F3F7-BECE-007965DF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9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F057-4464-6D7A-0B6B-2DABB56C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83DB7-7BBC-D5F2-EF63-F907E82FA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F7197-EC4C-4C3F-29E6-11D50BB2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D0714-7904-A515-0815-4A7B2745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30FB0-01E5-C7C5-CC39-8D62972F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87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50F077-AF9F-7455-6880-22EC137B1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83382-45D2-BB1E-4867-52C956BEC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AAF5B-18BD-281F-D1C1-DAE12BDA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A2606-B756-16EC-DF25-9699C426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733D4-40B5-3C43-E357-4AA46BA7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8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B542B-C2FC-D309-ACB6-71829835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A03C4-D4B6-09FB-7D31-1F839DE69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2C176-CA5E-AB7B-344A-B43598FE9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FC100-635D-45C8-B307-CEC8C743F299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CAE0D-5487-341E-18AD-1712C6C57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935CD-58FB-9ED8-4956-8B7A86825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96FF7-6DE4-4912-AC5B-576D1F6A3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99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51BF-C79F-6B60-4EA3-1A898E47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1</a:t>
            </a:r>
          </a:p>
        </p:txBody>
      </p:sp>
    </p:spTree>
    <p:extLst>
      <p:ext uri="{BB962C8B-B14F-4D97-AF65-F5344CB8AC3E}">
        <p14:creationId xmlns:p14="http://schemas.microsoft.com/office/powerpoint/2010/main" val="254444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7893-72A2-81D2-116D-85F0F709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Solve Me First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53D16-86C7-757A-299C-0694378DB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solveMeFirst</a:t>
            </a:r>
            <a:r>
              <a:rPr lang="en-US" dirty="0"/>
              <a:t>(int a, int b)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07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69B0-0155-EEF9-E6BE-06922B80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A425-17FE-48F9-364E-25731946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Simple Array Sum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D116C-C7B5-B75B-2A31-7642FAB4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66" y="1825625"/>
            <a:ext cx="5410986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simpleArraySum</a:t>
            </a:r>
            <a:r>
              <a:rPr lang="en-IN" dirty="0"/>
              <a:t>(vector&lt;int&gt; </a:t>
            </a:r>
            <a:r>
              <a:rPr lang="en-IN" dirty="0" err="1"/>
              <a:t>ar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int sum=0;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</a:t>
            </a:r>
            <a:r>
              <a:rPr lang="en-IN" dirty="0" err="1"/>
              <a:t>ar.size</a:t>
            </a:r>
            <a:r>
              <a:rPr lang="en-IN" dirty="0"/>
              <a:t>() ;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        sum += </a:t>
            </a:r>
            <a:r>
              <a:rPr lang="en-IN" dirty="0" err="1"/>
              <a:t>ar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return sum;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787AD-B57E-AC22-3FBD-43607C166DB3}"/>
              </a:ext>
            </a:extLst>
          </p:cNvPr>
          <p:cNvSpPr txBox="1"/>
          <p:nvPr/>
        </p:nvSpPr>
        <p:spPr>
          <a:xfrm>
            <a:off x="5750353" y="1027906"/>
            <a:ext cx="62782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int </a:t>
            </a:r>
            <a:r>
              <a:rPr lang="en-US" sz="2400" b="0" dirty="0" err="1">
                <a:effectLst/>
                <a:latin typeface="SourceCodePro"/>
              </a:rPr>
              <a:t>simpleArraySum</a:t>
            </a:r>
            <a:r>
              <a:rPr lang="en-US" sz="2400" b="0" dirty="0">
                <a:effectLst/>
                <a:latin typeface="SourceCodePro"/>
              </a:rPr>
              <a:t>(int </a:t>
            </a:r>
            <a:r>
              <a:rPr lang="en-US" sz="2400" b="0" dirty="0" err="1">
                <a:effectLst/>
                <a:latin typeface="SourceCodePro"/>
              </a:rPr>
              <a:t>ar_count</a:t>
            </a:r>
            <a:r>
              <a:rPr lang="en-US" sz="2400" b="0" dirty="0">
                <a:effectLst/>
                <a:latin typeface="SourceCodePro"/>
              </a:rPr>
              <a:t>, int* </a:t>
            </a:r>
            <a:r>
              <a:rPr lang="en-US" sz="2400" b="0" dirty="0" err="1">
                <a:effectLst/>
                <a:latin typeface="SourceCodePro"/>
              </a:rPr>
              <a:t>ar</a:t>
            </a:r>
            <a:r>
              <a:rPr lang="en-US" sz="2400" b="0" dirty="0">
                <a:effectLst/>
                <a:latin typeface="SourceCodePro"/>
              </a:rPr>
              <a:t>) {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int sum = 0;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for(int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 = 0;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 &lt; </a:t>
            </a:r>
            <a:r>
              <a:rPr lang="en-US" sz="2400" b="0" dirty="0" err="1">
                <a:effectLst/>
                <a:latin typeface="SourceCodePro"/>
              </a:rPr>
              <a:t>ar_count</a:t>
            </a:r>
            <a:r>
              <a:rPr lang="en-US" sz="2400" b="0" dirty="0">
                <a:effectLst/>
                <a:latin typeface="SourceCodePro"/>
              </a:rPr>
              <a:t>;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++){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    sum += </a:t>
            </a:r>
            <a:r>
              <a:rPr lang="en-US" sz="2400" b="0" dirty="0" err="1">
                <a:effectLst/>
                <a:latin typeface="SourceCodePro"/>
              </a:rPr>
              <a:t>ar</a:t>
            </a:r>
            <a:r>
              <a:rPr lang="en-US" sz="2400" b="0" dirty="0">
                <a:effectLst/>
                <a:latin typeface="SourceCodePro"/>
              </a:rPr>
              <a:t>[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];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return sum;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}</a:t>
            </a:r>
          </a:p>
          <a:p>
            <a:br>
              <a:rPr lang="en-US" sz="2400" b="0" dirty="0">
                <a:effectLst/>
                <a:latin typeface="SourceCodePro"/>
              </a:rPr>
            </a:br>
            <a:endParaRPr lang="en-US" sz="2400" b="0" dirty="0">
              <a:effectLst/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129805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8712-E59B-DA0A-1E19-DAFA61CE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62FC-CB78-42F2-86EC-97D44FAE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6" y="69604"/>
            <a:ext cx="5674936" cy="1325563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Compare the Triplets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EE9BF-F198-0807-8C85-FAEB7FD2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56" y="1395167"/>
            <a:ext cx="6702457" cy="53167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vector&lt;int&gt; </a:t>
            </a:r>
            <a:r>
              <a:rPr lang="en-IN" dirty="0" err="1"/>
              <a:t>compareTriplets</a:t>
            </a:r>
            <a:r>
              <a:rPr lang="en-IN" dirty="0"/>
              <a:t>(vector&lt;int&gt; a, vector&lt;int&gt; b) { 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=0;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alice</a:t>
            </a:r>
            <a:r>
              <a:rPr lang="en-IN" dirty="0"/>
              <a:t> = 0 , bob = 0;</a:t>
            </a:r>
          </a:p>
          <a:p>
            <a:pPr marL="0" indent="0">
              <a:buNone/>
            </a:pPr>
            <a:r>
              <a:rPr lang="en-IN" dirty="0"/>
              <a:t>    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&lt;3 ;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        if(a[</a:t>
            </a:r>
            <a:r>
              <a:rPr lang="en-IN" dirty="0" err="1"/>
              <a:t>i</a:t>
            </a:r>
            <a:r>
              <a:rPr lang="en-IN" dirty="0"/>
              <a:t>] &gt; b[</a:t>
            </a:r>
            <a:r>
              <a:rPr lang="en-IN" dirty="0" err="1"/>
              <a:t>i</a:t>
            </a:r>
            <a:r>
              <a:rPr lang="en-IN" dirty="0"/>
              <a:t>]){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alice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  }else if(a[</a:t>
            </a:r>
            <a:r>
              <a:rPr lang="en-IN" dirty="0" err="1"/>
              <a:t>i</a:t>
            </a:r>
            <a:r>
              <a:rPr lang="en-IN" dirty="0"/>
              <a:t>] &lt; b[</a:t>
            </a:r>
            <a:r>
              <a:rPr lang="en-IN" dirty="0" err="1"/>
              <a:t>i</a:t>
            </a:r>
            <a:r>
              <a:rPr lang="en-IN" dirty="0"/>
              <a:t>]){</a:t>
            </a:r>
          </a:p>
          <a:p>
            <a:pPr marL="0" indent="0">
              <a:buNone/>
            </a:pPr>
            <a:r>
              <a:rPr lang="en-IN" dirty="0"/>
              <a:t>            bob++;</a:t>
            </a:r>
          </a:p>
          <a:p>
            <a:pPr marL="0" indent="0">
              <a:buNone/>
            </a:pPr>
            <a:r>
              <a:rPr lang="en-IN" dirty="0"/>
              <a:t>        }else{</a:t>
            </a:r>
          </a:p>
          <a:p>
            <a:pPr marL="0" indent="0">
              <a:buNone/>
            </a:pPr>
            <a:r>
              <a:rPr lang="en-IN" dirty="0"/>
              <a:t>            continue;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    return {</a:t>
            </a:r>
            <a:r>
              <a:rPr lang="en-IN" dirty="0" err="1"/>
              <a:t>alice,bob</a:t>
            </a: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74D04-783C-26D9-0033-22EB926B532C}"/>
              </a:ext>
            </a:extLst>
          </p:cNvPr>
          <p:cNvSpPr txBox="1"/>
          <p:nvPr/>
        </p:nvSpPr>
        <p:spPr>
          <a:xfrm>
            <a:off x="6862713" y="1201099"/>
            <a:ext cx="51690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*result = malloc(2 * 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r>
              <a:rPr lang="en-US" dirty="0"/>
              <a:t>    result[0] = 0;</a:t>
            </a:r>
          </a:p>
          <a:p>
            <a:r>
              <a:rPr lang="en-US" dirty="0"/>
              <a:t>    result[1] = 0;</a:t>
            </a:r>
          </a:p>
          <a:p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a_count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        if(a[</a:t>
            </a:r>
            <a:r>
              <a:rPr lang="en-US" dirty="0" err="1"/>
              <a:t>i</a:t>
            </a:r>
            <a:r>
              <a:rPr lang="en-US" dirty="0"/>
              <a:t>] &gt; b[</a:t>
            </a:r>
            <a:r>
              <a:rPr lang="en-US" dirty="0" err="1"/>
              <a:t>i</a:t>
            </a:r>
            <a:r>
              <a:rPr lang="en-US" dirty="0"/>
              <a:t>]){</a:t>
            </a:r>
          </a:p>
          <a:p>
            <a:r>
              <a:rPr lang="en-US" dirty="0"/>
              <a:t>            result[0]++;</a:t>
            </a:r>
          </a:p>
          <a:p>
            <a:r>
              <a:rPr lang="en-US" dirty="0"/>
              <a:t>        }else if(a[</a:t>
            </a:r>
            <a:r>
              <a:rPr lang="en-US" dirty="0" err="1"/>
              <a:t>i</a:t>
            </a:r>
            <a:r>
              <a:rPr lang="en-US" dirty="0"/>
              <a:t>] &lt; b[</a:t>
            </a:r>
            <a:r>
              <a:rPr lang="en-US" dirty="0" err="1"/>
              <a:t>i</a:t>
            </a:r>
            <a:r>
              <a:rPr lang="en-US" dirty="0"/>
              <a:t>]){</a:t>
            </a:r>
          </a:p>
          <a:p>
            <a:r>
              <a:rPr lang="en-US" dirty="0"/>
              <a:t>            result[1]++;</a:t>
            </a:r>
          </a:p>
          <a:p>
            <a:r>
              <a:rPr lang="en-US" dirty="0"/>
              <a:t>        }else{</a:t>
            </a:r>
          </a:p>
          <a:p>
            <a:r>
              <a:rPr lang="en-US" dirty="0"/>
              <a:t>            continue;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*</a:t>
            </a:r>
            <a:r>
              <a:rPr lang="en-US" dirty="0" err="1"/>
              <a:t>result_count</a:t>
            </a:r>
            <a:r>
              <a:rPr lang="en-US" dirty="0"/>
              <a:t> = 2;</a:t>
            </a:r>
          </a:p>
          <a:p>
            <a:r>
              <a:rPr lang="en-US" dirty="0"/>
              <a:t>    return result;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24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B4D4-1BAB-A5C8-E532-C0A56048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2E64-5D01-8484-7076-4A970789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2</a:t>
            </a:r>
          </a:p>
        </p:txBody>
      </p:sp>
    </p:spTree>
    <p:extLst>
      <p:ext uri="{BB962C8B-B14F-4D97-AF65-F5344CB8AC3E}">
        <p14:creationId xmlns:p14="http://schemas.microsoft.com/office/powerpoint/2010/main" val="215283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927E-F896-25B4-5EC2-01E6BA7E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Very Big Sum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CFA5-771C-BD78-92FB-438C09E6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4893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long </a:t>
            </a:r>
            <a:r>
              <a:rPr lang="en-IN" dirty="0" err="1"/>
              <a:t>aVeryBigSum</a:t>
            </a:r>
            <a:r>
              <a:rPr lang="en-IN" dirty="0"/>
              <a:t>(vector&lt;long&gt; </a:t>
            </a:r>
            <a:r>
              <a:rPr lang="en-IN" dirty="0" err="1"/>
              <a:t>ar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long sum =0;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</a:t>
            </a:r>
            <a:r>
              <a:rPr lang="en-IN" dirty="0" err="1"/>
              <a:t>ar.size</a:t>
            </a:r>
            <a:r>
              <a:rPr lang="en-IN" dirty="0"/>
              <a:t>(); 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        sum += </a:t>
            </a:r>
            <a:r>
              <a:rPr lang="en-IN" dirty="0" err="1"/>
              <a:t>ar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]; 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return sum;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1132F-3A16-D92B-7BF4-85F4AC857499}"/>
              </a:ext>
            </a:extLst>
          </p:cNvPr>
          <p:cNvSpPr txBox="1"/>
          <p:nvPr/>
        </p:nvSpPr>
        <p:spPr>
          <a:xfrm>
            <a:off x="6447936" y="2413377"/>
            <a:ext cx="52695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long sum = 0;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&lt;</a:t>
            </a:r>
            <a:r>
              <a:rPr lang="en-IN" sz="2800" dirty="0" err="1"/>
              <a:t>ar_count</a:t>
            </a:r>
            <a:r>
              <a:rPr lang="en-IN" sz="2800" dirty="0"/>
              <a:t>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sum+=</a:t>
            </a:r>
            <a:r>
              <a:rPr lang="en-IN" sz="2800" dirty="0" err="1"/>
              <a:t>ar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return sum;</a:t>
            </a:r>
          </a:p>
        </p:txBody>
      </p:sp>
    </p:spTree>
    <p:extLst>
      <p:ext uri="{BB962C8B-B14F-4D97-AF65-F5344CB8AC3E}">
        <p14:creationId xmlns:p14="http://schemas.microsoft.com/office/powerpoint/2010/main" val="291015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45D7-A6D3-D01E-8988-5E285362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172307" cy="935774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Diagonal Difference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223C-8520-452D-2C49-B0AEA56F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1451728"/>
            <a:ext cx="6410227" cy="52695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diagonalDifference</a:t>
            </a:r>
            <a:r>
              <a:rPr lang="en-IN" dirty="0"/>
              <a:t>(vector&lt;vector&lt;int&gt;&gt; </a:t>
            </a:r>
            <a:r>
              <a:rPr lang="en-IN" dirty="0" err="1"/>
              <a:t>arr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ltor</a:t>
            </a:r>
            <a:r>
              <a:rPr lang="en-IN" dirty="0"/>
              <a:t> = 0;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rtol</a:t>
            </a:r>
            <a:r>
              <a:rPr lang="en-IN" dirty="0"/>
              <a:t> = 0;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&lt;</a:t>
            </a:r>
            <a:r>
              <a:rPr lang="en-IN" dirty="0" err="1"/>
              <a:t>arr.size</a:t>
            </a:r>
            <a:r>
              <a:rPr lang="en-IN" dirty="0"/>
              <a:t>(); 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ltor</a:t>
            </a:r>
            <a:r>
              <a:rPr lang="en-IN" dirty="0"/>
              <a:t> +=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rtol</a:t>
            </a:r>
            <a:r>
              <a:rPr lang="en-IN" dirty="0"/>
              <a:t> += 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][</a:t>
            </a:r>
            <a:r>
              <a:rPr lang="en-IN" dirty="0" err="1"/>
              <a:t>arr.size</a:t>
            </a:r>
            <a:r>
              <a:rPr lang="en-IN" dirty="0"/>
              <a:t>()-i-1];     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    return abs(</a:t>
            </a:r>
            <a:r>
              <a:rPr lang="en-IN" dirty="0" err="1"/>
              <a:t>rtol</a:t>
            </a:r>
            <a:r>
              <a:rPr lang="en-IN" dirty="0"/>
              <a:t> - </a:t>
            </a:r>
            <a:r>
              <a:rPr lang="en-IN" dirty="0" err="1"/>
              <a:t>ltor</a:t>
            </a:r>
            <a:r>
              <a:rPr lang="en-IN" dirty="0"/>
              <a:t>);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64628-F009-979D-6102-AB9226B163D2}"/>
              </a:ext>
            </a:extLst>
          </p:cNvPr>
          <p:cNvSpPr txBox="1"/>
          <p:nvPr/>
        </p:nvSpPr>
        <p:spPr>
          <a:xfrm>
            <a:off x="7202078" y="2055043"/>
            <a:ext cx="481081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int </a:t>
            </a:r>
            <a:r>
              <a:rPr lang="en-IN" sz="2800" dirty="0" err="1"/>
              <a:t>rtol</a:t>
            </a:r>
            <a:r>
              <a:rPr lang="en-IN" sz="2800" dirty="0"/>
              <a:t> = 0;</a:t>
            </a:r>
          </a:p>
          <a:p>
            <a:r>
              <a:rPr lang="en-IN" sz="2800" dirty="0"/>
              <a:t>int </a:t>
            </a:r>
            <a:r>
              <a:rPr lang="en-IN" sz="2800" dirty="0" err="1"/>
              <a:t>ltor</a:t>
            </a:r>
            <a:r>
              <a:rPr lang="en-IN" sz="2800" dirty="0"/>
              <a:t> = 0;</a:t>
            </a:r>
          </a:p>
          <a:p>
            <a:r>
              <a:rPr lang="en-IN" sz="2800" dirty="0"/>
              <a:t>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&lt;</a:t>
            </a:r>
            <a:r>
              <a:rPr lang="en-IN" sz="2800" dirty="0" err="1"/>
              <a:t>arr_rows</a:t>
            </a:r>
            <a:r>
              <a:rPr lang="en-IN" sz="2800" dirty="0"/>
              <a:t>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ltor</a:t>
            </a:r>
            <a:r>
              <a:rPr lang="en-IN" sz="2800" dirty="0"/>
              <a:t> +=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rtol</a:t>
            </a:r>
            <a:r>
              <a:rPr lang="en-IN" sz="2800" dirty="0"/>
              <a:t> +=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][arr_rows-i-1]; </a:t>
            </a:r>
          </a:p>
          <a:p>
            <a:r>
              <a:rPr lang="en-IN" sz="2800" dirty="0"/>
              <a:t>}</a:t>
            </a:r>
          </a:p>
          <a:p>
            <a:r>
              <a:rPr lang="en-IN" sz="2800" dirty="0"/>
              <a:t>    return abs(</a:t>
            </a:r>
            <a:r>
              <a:rPr lang="en-IN" sz="2800" dirty="0" err="1"/>
              <a:t>rtol</a:t>
            </a:r>
            <a:r>
              <a:rPr lang="en-IN" sz="2800" dirty="0"/>
              <a:t> - </a:t>
            </a:r>
            <a:r>
              <a:rPr lang="en-IN" sz="2800" dirty="0" err="1"/>
              <a:t>ltor</a:t>
            </a:r>
            <a:r>
              <a:rPr lang="en-IN" sz="2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223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3561-86D7-DA99-8883-1109A035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365125"/>
            <a:ext cx="10891887" cy="1086603"/>
          </a:xfrm>
        </p:spPr>
        <p:txBody>
          <a:bodyPr/>
          <a:lstStyle/>
          <a:p>
            <a:r>
              <a:rPr lang="en-US" b="1" dirty="0"/>
              <a:t>Plus Minus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59B17-DDAC-B178-9517-B8AA523E6EA1}"/>
              </a:ext>
            </a:extLst>
          </p:cNvPr>
          <p:cNvSpPr txBox="1"/>
          <p:nvPr/>
        </p:nvSpPr>
        <p:spPr>
          <a:xfrm>
            <a:off x="580536" y="1253766"/>
            <a:ext cx="622561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void </a:t>
            </a:r>
            <a:r>
              <a:rPr lang="en-IN" sz="2000" dirty="0" err="1"/>
              <a:t>plusMinus</a:t>
            </a:r>
            <a:r>
              <a:rPr lang="en-IN" sz="2000" dirty="0"/>
              <a:t>(vector&lt;int&gt; </a:t>
            </a:r>
            <a:r>
              <a:rPr lang="en-IN" sz="2000" dirty="0" err="1"/>
              <a:t>arr</a:t>
            </a:r>
            <a:r>
              <a:rPr lang="en-IN" sz="2000" dirty="0"/>
              <a:t>) {</a:t>
            </a:r>
          </a:p>
          <a:p>
            <a:r>
              <a:rPr lang="en-IN" sz="2000" dirty="0"/>
              <a:t>    int size = </a:t>
            </a:r>
            <a:r>
              <a:rPr lang="en-IN" sz="2000" dirty="0" err="1"/>
              <a:t>arr.size</a:t>
            </a:r>
            <a:r>
              <a:rPr lang="en-IN" sz="2000" dirty="0"/>
              <a:t>();</a:t>
            </a:r>
          </a:p>
          <a:p>
            <a:r>
              <a:rPr lang="en-IN" sz="2000" dirty="0"/>
              <a:t>    int </a:t>
            </a:r>
            <a:r>
              <a:rPr lang="en-IN" sz="2000" dirty="0" err="1"/>
              <a:t>noz</a:t>
            </a:r>
            <a:r>
              <a:rPr lang="en-IN" sz="2000" dirty="0"/>
              <a:t> = 0;</a:t>
            </a:r>
          </a:p>
          <a:p>
            <a:r>
              <a:rPr lang="en-IN" sz="2000" dirty="0"/>
              <a:t>    int </a:t>
            </a:r>
            <a:r>
              <a:rPr lang="en-IN" sz="2000" dirty="0" err="1"/>
              <a:t>nop</a:t>
            </a:r>
            <a:r>
              <a:rPr lang="en-IN" sz="2000" dirty="0"/>
              <a:t> = 0;</a:t>
            </a:r>
          </a:p>
          <a:p>
            <a:r>
              <a:rPr lang="en-IN" sz="2000" dirty="0"/>
              <a:t>    int non = 0;</a:t>
            </a:r>
          </a:p>
          <a:p>
            <a:r>
              <a:rPr lang="en-IN" sz="2000" dirty="0"/>
              <a:t>    for(int </a:t>
            </a:r>
            <a:r>
              <a:rPr lang="en-IN" sz="2000" dirty="0" err="1"/>
              <a:t>i</a:t>
            </a:r>
            <a:r>
              <a:rPr lang="en-IN" sz="2000" dirty="0"/>
              <a:t> = 0 ; </a:t>
            </a:r>
            <a:r>
              <a:rPr lang="en-IN" sz="2000" dirty="0" err="1"/>
              <a:t>i</a:t>
            </a:r>
            <a:r>
              <a:rPr lang="en-IN" sz="2000" dirty="0"/>
              <a:t> &lt; </a:t>
            </a:r>
            <a:r>
              <a:rPr lang="en-IN" sz="2000" dirty="0" err="1"/>
              <a:t>arr.size</a:t>
            </a:r>
            <a:r>
              <a:rPr lang="en-IN" sz="2000" dirty="0"/>
              <a:t>(); </a:t>
            </a:r>
            <a:r>
              <a:rPr lang="en-IN" sz="2000" dirty="0" err="1"/>
              <a:t>i</a:t>
            </a:r>
            <a:r>
              <a:rPr lang="en-IN" sz="2000" dirty="0"/>
              <a:t>++){</a:t>
            </a:r>
          </a:p>
          <a:p>
            <a:r>
              <a:rPr lang="en-IN" sz="2000" dirty="0"/>
              <a:t>        if(</a:t>
            </a:r>
            <a:r>
              <a:rPr lang="en-IN" sz="2000" dirty="0" err="1"/>
              <a:t>arr</a:t>
            </a:r>
            <a:r>
              <a:rPr lang="en-IN" sz="2000" dirty="0"/>
              <a:t>[</a:t>
            </a:r>
            <a:r>
              <a:rPr lang="en-IN" sz="2000" dirty="0" err="1"/>
              <a:t>i</a:t>
            </a:r>
            <a:r>
              <a:rPr lang="en-IN" sz="2000" dirty="0"/>
              <a:t>] == 0){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noz</a:t>
            </a:r>
            <a:r>
              <a:rPr lang="en-IN" sz="2000" dirty="0"/>
              <a:t>++;</a:t>
            </a:r>
          </a:p>
          <a:p>
            <a:r>
              <a:rPr lang="en-IN" sz="2000" dirty="0"/>
              <a:t>        }else if(</a:t>
            </a:r>
            <a:r>
              <a:rPr lang="en-IN" sz="2000" dirty="0" err="1"/>
              <a:t>arr</a:t>
            </a:r>
            <a:r>
              <a:rPr lang="en-IN" sz="2000" dirty="0"/>
              <a:t>[</a:t>
            </a:r>
            <a:r>
              <a:rPr lang="en-IN" sz="2000" dirty="0" err="1"/>
              <a:t>i</a:t>
            </a:r>
            <a:r>
              <a:rPr lang="en-IN" sz="2000" dirty="0"/>
              <a:t>] &lt; 0){</a:t>
            </a:r>
          </a:p>
          <a:p>
            <a:r>
              <a:rPr lang="en-IN" sz="2000" dirty="0"/>
              <a:t>            non++;</a:t>
            </a:r>
          </a:p>
          <a:p>
            <a:r>
              <a:rPr lang="en-IN" sz="2000" dirty="0"/>
              <a:t>        }else{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nop</a:t>
            </a:r>
            <a:r>
              <a:rPr lang="en-IN" sz="2000" dirty="0"/>
              <a:t>++;</a:t>
            </a:r>
          </a:p>
          <a:p>
            <a:r>
              <a:rPr lang="en-IN" sz="2000" dirty="0"/>
              <a:t>        }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cout</a:t>
            </a:r>
            <a:r>
              <a:rPr lang="en-IN" sz="2000" dirty="0"/>
              <a:t>&lt;&lt;(float)</a:t>
            </a:r>
            <a:r>
              <a:rPr lang="en-IN" sz="2000" dirty="0" err="1"/>
              <a:t>nop</a:t>
            </a:r>
            <a:r>
              <a:rPr lang="en-IN" sz="2000" dirty="0"/>
              <a:t>/size&lt;&lt;"\n"&lt;&lt; (float)non/size&lt;&lt;"\n"&lt;&lt;(float)</a:t>
            </a:r>
            <a:r>
              <a:rPr lang="en-IN" sz="2000" dirty="0" err="1"/>
              <a:t>noz</a:t>
            </a:r>
            <a:r>
              <a:rPr lang="en-IN" sz="2000" dirty="0"/>
              <a:t>/size;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9261C-7C72-66CD-4983-4A34B2629954}"/>
              </a:ext>
            </a:extLst>
          </p:cNvPr>
          <p:cNvSpPr txBox="1"/>
          <p:nvPr/>
        </p:nvSpPr>
        <p:spPr>
          <a:xfrm>
            <a:off x="5907856" y="1599929"/>
            <a:ext cx="609442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int </a:t>
            </a:r>
            <a:r>
              <a:rPr lang="en-IN" sz="2000" dirty="0" err="1"/>
              <a:t>nop</a:t>
            </a:r>
            <a:r>
              <a:rPr lang="en-IN" sz="2000" dirty="0"/>
              <a:t> = 0, non = 0, </a:t>
            </a:r>
            <a:r>
              <a:rPr lang="en-IN" sz="2000" dirty="0" err="1"/>
              <a:t>noz</a:t>
            </a:r>
            <a:r>
              <a:rPr lang="en-IN" sz="2000" dirty="0"/>
              <a:t> = 0;</a:t>
            </a:r>
          </a:p>
          <a:p>
            <a:r>
              <a:rPr lang="en-IN" sz="2000" dirty="0"/>
              <a:t>    int* result = malloc(</a:t>
            </a:r>
            <a:r>
              <a:rPr lang="en-IN" sz="2000" dirty="0" err="1"/>
              <a:t>arr_count</a:t>
            </a:r>
            <a:r>
              <a:rPr lang="en-IN" sz="2000" dirty="0"/>
              <a:t> * </a:t>
            </a:r>
            <a:r>
              <a:rPr lang="en-IN" sz="2000" dirty="0" err="1"/>
              <a:t>sizeof</a:t>
            </a:r>
            <a:r>
              <a:rPr lang="en-IN" sz="2000" dirty="0"/>
              <a:t>(int));</a:t>
            </a:r>
          </a:p>
          <a:p>
            <a:r>
              <a:rPr lang="en-IN" sz="2000" dirty="0"/>
              <a:t>    for(int </a:t>
            </a:r>
            <a:r>
              <a:rPr lang="en-IN" sz="2000" dirty="0" err="1"/>
              <a:t>i</a:t>
            </a:r>
            <a:r>
              <a:rPr lang="en-IN" sz="2000" dirty="0"/>
              <a:t> = 0; </a:t>
            </a:r>
            <a:r>
              <a:rPr lang="en-IN" sz="2000" dirty="0" err="1"/>
              <a:t>i</a:t>
            </a:r>
            <a:r>
              <a:rPr lang="en-IN" sz="2000" dirty="0"/>
              <a:t> &lt; </a:t>
            </a:r>
            <a:r>
              <a:rPr lang="en-IN" sz="2000" dirty="0" err="1"/>
              <a:t>arr_count</a:t>
            </a:r>
            <a:r>
              <a:rPr lang="en-IN" sz="2000" dirty="0"/>
              <a:t>; </a:t>
            </a:r>
            <a:r>
              <a:rPr lang="en-IN" sz="2000" dirty="0" err="1"/>
              <a:t>i</a:t>
            </a:r>
            <a:r>
              <a:rPr lang="en-IN" sz="2000" dirty="0"/>
              <a:t>++ ){</a:t>
            </a:r>
          </a:p>
          <a:p>
            <a:r>
              <a:rPr lang="en-IN" sz="2000" dirty="0"/>
              <a:t>        if(</a:t>
            </a:r>
            <a:r>
              <a:rPr lang="en-IN" sz="2000" dirty="0" err="1"/>
              <a:t>arr</a:t>
            </a:r>
            <a:r>
              <a:rPr lang="en-IN" sz="2000" dirty="0"/>
              <a:t>[</a:t>
            </a:r>
            <a:r>
              <a:rPr lang="en-IN" sz="2000" dirty="0" err="1"/>
              <a:t>i</a:t>
            </a:r>
            <a:r>
              <a:rPr lang="en-IN" sz="2000" dirty="0"/>
              <a:t>] &lt; 0){</a:t>
            </a:r>
          </a:p>
          <a:p>
            <a:r>
              <a:rPr lang="en-IN" sz="2000" dirty="0"/>
              <a:t>            non++;</a:t>
            </a:r>
          </a:p>
          <a:p>
            <a:r>
              <a:rPr lang="en-IN" sz="2000" dirty="0"/>
              <a:t>        }else if(</a:t>
            </a:r>
            <a:r>
              <a:rPr lang="en-IN" sz="2000" dirty="0" err="1"/>
              <a:t>arr</a:t>
            </a:r>
            <a:r>
              <a:rPr lang="en-IN" sz="2000" dirty="0"/>
              <a:t>[</a:t>
            </a:r>
            <a:r>
              <a:rPr lang="en-IN" sz="2000" dirty="0" err="1"/>
              <a:t>i</a:t>
            </a:r>
            <a:r>
              <a:rPr lang="en-IN" sz="2000" dirty="0"/>
              <a:t>] &gt; 0){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nop</a:t>
            </a:r>
            <a:r>
              <a:rPr lang="en-IN" sz="2000" dirty="0"/>
              <a:t>++;</a:t>
            </a:r>
          </a:p>
          <a:p>
            <a:r>
              <a:rPr lang="en-IN" sz="2000" dirty="0"/>
              <a:t>        }else{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noz</a:t>
            </a:r>
            <a:r>
              <a:rPr lang="en-IN" sz="2000" dirty="0"/>
              <a:t>++;</a:t>
            </a:r>
          </a:p>
          <a:p>
            <a:r>
              <a:rPr lang="en-IN" sz="2000" dirty="0"/>
              <a:t>        }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printf</a:t>
            </a:r>
            <a:r>
              <a:rPr lang="en-IN" sz="2000" dirty="0"/>
              <a:t>("%f\</a:t>
            </a:r>
            <a:r>
              <a:rPr lang="en-IN" sz="2000" dirty="0" err="1"/>
              <a:t>n%f</a:t>
            </a:r>
            <a:r>
              <a:rPr lang="en-IN" sz="2000" dirty="0"/>
              <a:t>\</a:t>
            </a:r>
            <a:r>
              <a:rPr lang="en-IN" sz="2000" dirty="0" err="1"/>
              <a:t>n%f</a:t>
            </a:r>
            <a:r>
              <a:rPr lang="en-IN" sz="2000" dirty="0"/>
              <a:t>",(float)</a:t>
            </a:r>
            <a:r>
              <a:rPr lang="en-IN" sz="2000" dirty="0" err="1"/>
              <a:t>nop</a:t>
            </a:r>
            <a:r>
              <a:rPr lang="en-IN" sz="2000" dirty="0"/>
              <a:t>/</a:t>
            </a:r>
            <a:r>
              <a:rPr lang="en-IN" sz="2000" dirty="0" err="1"/>
              <a:t>arr_count</a:t>
            </a:r>
            <a:r>
              <a:rPr lang="en-IN" sz="2000" dirty="0"/>
              <a:t>,(float)non/</a:t>
            </a:r>
            <a:r>
              <a:rPr lang="en-IN" sz="2000" dirty="0" err="1"/>
              <a:t>arr_count</a:t>
            </a:r>
            <a:r>
              <a:rPr lang="en-IN" sz="2000" dirty="0"/>
              <a:t>,(float)</a:t>
            </a:r>
            <a:r>
              <a:rPr lang="en-IN" sz="2000" dirty="0" err="1"/>
              <a:t>noz</a:t>
            </a:r>
            <a:r>
              <a:rPr lang="en-IN" sz="2000" dirty="0"/>
              <a:t>/</a:t>
            </a:r>
            <a:r>
              <a:rPr lang="en-IN" sz="2000" dirty="0" err="1"/>
              <a:t>arr_count</a:t>
            </a:r>
            <a:r>
              <a:rPr lang="en-IN" sz="2000" dirty="0"/>
              <a:t>);</a:t>
            </a:r>
          </a:p>
          <a:p>
            <a:r>
              <a:rPr lang="en-IN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011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73AC-7EC7-E9DB-BACC-54640307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2E55-E9E0-0C3A-2919-98F87718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3</a:t>
            </a:r>
          </a:p>
        </p:txBody>
      </p:sp>
    </p:spTree>
    <p:extLst>
      <p:ext uri="{BB962C8B-B14F-4D97-AF65-F5344CB8AC3E}">
        <p14:creationId xmlns:p14="http://schemas.microsoft.com/office/powerpoint/2010/main" val="191275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C7A1-0454-215B-1723-AF5FD26F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10" y="115705"/>
            <a:ext cx="10946090" cy="1062647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  <a:t>Staircase</a:t>
            </a:r>
            <a:b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9D772-CF34-1FB1-0AF1-C418E8CEFACF}"/>
              </a:ext>
            </a:extLst>
          </p:cNvPr>
          <p:cNvSpPr txBox="1"/>
          <p:nvPr/>
        </p:nvSpPr>
        <p:spPr>
          <a:xfrm>
            <a:off x="407710" y="1036948"/>
            <a:ext cx="407944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void staircase(int n) {</a:t>
            </a:r>
          </a:p>
          <a:p>
            <a:r>
              <a:rPr lang="en-IN" sz="2800" dirty="0"/>
              <a:t>    int m= n-1;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&lt;n 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for(int k = m; k&gt;0; k--){</a:t>
            </a:r>
          </a:p>
          <a:p>
            <a:r>
              <a:rPr lang="en-IN" sz="2800" dirty="0"/>
              <a:t>            </a:t>
            </a:r>
            <a:r>
              <a:rPr lang="en-IN" sz="2800" dirty="0" err="1"/>
              <a:t>cout</a:t>
            </a:r>
            <a:r>
              <a:rPr lang="en-IN" sz="2800" dirty="0"/>
              <a:t> &lt;&lt; " ";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    m--;</a:t>
            </a:r>
          </a:p>
          <a:p>
            <a:r>
              <a:rPr lang="en-IN" sz="2800" dirty="0"/>
              <a:t>        for(int j = 0; j&lt;=</a:t>
            </a:r>
            <a:r>
              <a:rPr lang="en-IN" sz="2800" dirty="0" err="1"/>
              <a:t>i</a:t>
            </a:r>
            <a:r>
              <a:rPr lang="en-IN" sz="2800" dirty="0"/>
              <a:t>; </a:t>
            </a:r>
            <a:r>
              <a:rPr lang="en-IN" sz="2800" dirty="0" err="1"/>
              <a:t>j++</a:t>
            </a:r>
            <a:r>
              <a:rPr lang="en-IN" sz="2800" dirty="0"/>
              <a:t>){</a:t>
            </a:r>
          </a:p>
          <a:p>
            <a:r>
              <a:rPr lang="en-IN" sz="2800" dirty="0"/>
              <a:t>            </a:t>
            </a:r>
            <a:r>
              <a:rPr lang="en-IN" sz="2800" dirty="0" err="1"/>
              <a:t>cout</a:t>
            </a:r>
            <a:r>
              <a:rPr lang="en-IN" sz="2800" dirty="0"/>
              <a:t> &lt;&lt; "#";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    </a:t>
            </a:r>
            <a:r>
              <a:rPr lang="en-IN" sz="2800" dirty="0" err="1"/>
              <a:t>cout</a:t>
            </a:r>
            <a:r>
              <a:rPr lang="en-IN" sz="2800" dirty="0"/>
              <a:t> &lt;&lt;"\n";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24B19-0E9B-64C7-C1F0-AA424CC2D878}"/>
              </a:ext>
            </a:extLst>
          </p:cNvPr>
          <p:cNvSpPr txBox="1"/>
          <p:nvPr/>
        </p:nvSpPr>
        <p:spPr>
          <a:xfrm>
            <a:off x="6337170" y="933254"/>
            <a:ext cx="52012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void staircase(int n) {</a:t>
            </a:r>
          </a:p>
          <a:p>
            <a:r>
              <a:rPr lang="en-IN" sz="2800" dirty="0"/>
              <a:t>    int m = n-1;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 &lt; n; </a:t>
            </a:r>
            <a:r>
              <a:rPr lang="en-IN" sz="2800" dirty="0" err="1"/>
              <a:t>i</a:t>
            </a:r>
            <a:r>
              <a:rPr lang="en-IN" sz="2800" dirty="0"/>
              <a:t>++ ){</a:t>
            </a:r>
          </a:p>
          <a:p>
            <a:r>
              <a:rPr lang="en-IN" sz="2800" dirty="0"/>
              <a:t>        for(int j = </a:t>
            </a:r>
            <a:r>
              <a:rPr lang="en-IN" sz="2800" dirty="0" err="1"/>
              <a:t>m;j</a:t>
            </a:r>
            <a:r>
              <a:rPr lang="en-IN" sz="2800" dirty="0"/>
              <a:t> &gt; 0;j--){</a:t>
            </a:r>
          </a:p>
          <a:p>
            <a:r>
              <a:rPr lang="en-IN" sz="2800" dirty="0"/>
              <a:t>            </a:t>
            </a:r>
            <a:r>
              <a:rPr lang="en-IN" sz="2800" dirty="0" err="1"/>
              <a:t>printf</a:t>
            </a:r>
            <a:r>
              <a:rPr lang="en-IN" sz="2800" dirty="0"/>
              <a:t>(" ");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    m--;</a:t>
            </a:r>
          </a:p>
          <a:p>
            <a:r>
              <a:rPr lang="en-IN" sz="2800" dirty="0"/>
              <a:t>        for(int j = 0; j&lt;=</a:t>
            </a:r>
            <a:r>
              <a:rPr lang="en-IN" sz="2800" dirty="0" err="1"/>
              <a:t>i;j</a:t>
            </a:r>
            <a:r>
              <a:rPr lang="en-IN" sz="2800" dirty="0"/>
              <a:t>++ ){</a:t>
            </a:r>
          </a:p>
          <a:p>
            <a:r>
              <a:rPr lang="en-IN" sz="2800" dirty="0"/>
              <a:t>            </a:t>
            </a:r>
            <a:r>
              <a:rPr lang="en-IN" sz="2800" dirty="0" err="1"/>
              <a:t>printf</a:t>
            </a:r>
            <a:r>
              <a:rPr lang="en-IN" sz="2800" dirty="0"/>
              <a:t>("#");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    </a:t>
            </a:r>
            <a:r>
              <a:rPr lang="en-IN" sz="2800" dirty="0" err="1"/>
              <a:t>printf</a:t>
            </a:r>
            <a:r>
              <a:rPr lang="en-IN" sz="2800" dirty="0"/>
              <a:t>("\n");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556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444E-46ED-A07D-D52F-1B923ED7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35E6-D6FB-B9CD-A976-C6D7536A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10" y="115705"/>
            <a:ext cx="10946090" cy="1062647"/>
          </a:xfrm>
        </p:spPr>
        <p:txBody>
          <a:bodyPr>
            <a:normAutofit fontScale="90000"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Mini-Max Sum</a:t>
            </a:r>
            <a:b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58CC8-D83A-E95C-D5C8-F10A9BA7FE47}"/>
              </a:ext>
            </a:extLst>
          </p:cNvPr>
          <p:cNvSpPr txBox="1"/>
          <p:nvPr/>
        </p:nvSpPr>
        <p:spPr>
          <a:xfrm>
            <a:off x="407710" y="461913"/>
            <a:ext cx="568829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void </a:t>
            </a:r>
            <a:r>
              <a:rPr lang="en-IN" sz="2800" dirty="0" err="1"/>
              <a:t>miniMaxSum</a:t>
            </a:r>
            <a:r>
              <a:rPr lang="en-IN" sz="2800" dirty="0"/>
              <a:t>(vector&lt;int&gt; </a:t>
            </a:r>
            <a:r>
              <a:rPr lang="en-IN" sz="2800" dirty="0" err="1"/>
              <a:t>arr</a:t>
            </a:r>
            <a:r>
              <a:rPr lang="en-IN" sz="2800" dirty="0"/>
              <a:t>) {</a:t>
            </a:r>
          </a:p>
          <a:p>
            <a:r>
              <a:rPr lang="en-IN" sz="2800" dirty="0"/>
              <a:t>    int sum = 0;</a:t>
            </a:r>
          </a:p>
          <a:p>
            <a:r>
              <a:rPr lang="en-IN" sz="2800" dirty="0"/>
              <a:t>    int </a:t>
            </a:r>
            <a:r>
              <a:rPr lang="en-IN" sz="2800" dirty="0" err="1"/>
              <a:t>maxsum</a:t>
            </a:r>
            <a:r>
              <a:rPr lang="en-IN" sz="2800" dirty="0"/>
              <a:t>;</a:t>
            </a:r>
          </a:p>
          <a:p>
            <a:r>
              <a:rPr lang="en-IN" sz="2800" dirty="0"/>
              <a:t>    int </a:t>
            </a:r>
            <a:r>
              <a:rPr lang="en-IN" sz="2800" dirty="0" err="1"/>
              <a:t>minsum</a:t>
            </a:r>
            <a:r>
              <a:rPr lang="en-IN" sz="2800" dirty="0"/>
              <a:t>;</a:t>
            </a:r>
          </a:p>
          <a:p>
            <a:r>
              <a:rPr lang="en-IN" sz="2800" dirty="0"/>
              <a:t>    for (int </a:t>
            </a:r>
            <a:r>
              <a:rPr lang="en-IN" sz="2800" dirty="0" err="1"/>
              <a:t>i</a:t>
            </a:r>
            <a:r>
              <a:rPr lang="en-IN" sz="2800" dirty="0"/>
              <a:t> = 0;i&lt;</a:t>
            </a:r>
            <a:r>
              <a:rPr lang="en-IN" sz="2800" dirty="0" err="1"/>
              <a:t>arr.size</a:t>
            </a:r>
            <a:r>
              <a:rPr lang="en-IN" sz="2800" dirty="0"/>
              <a:t>();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sum +=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&lt;</a:t>
            </a:r>
            <a:r>
              <a:rPr lang="en-IN" sz="2800" dirty="0" err="1"/>
              <a:t>arr.size</a:t>
            </a:r>
            <a:r>
              <a:rPr lang="en-IN" sz="2800" dirty="0"/>
              <a:t>();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int cur = sum -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       </a:t>
            </a:r>
            <a:r>
              <a:rPr lang="en-IN" sz="2800" dirty="0" err="1"/>
              <a:t>minsum</a:t>
            </a:r>
            <a:r>
              <a:rPr lang="en-IN" sz="2800" dirty="0"/>
              <a:t> = min(</a:t>
            </a:r>
            <a:r>
              <a:rPr lang="en-IN" sz="2800" dirty="0" err="1"/>
              <a:t>minsum,cur</a:t>
            </a:r>
            <a:r>
              <a:rPr lang="en-IN" sz="2800" dirty="0"/>
              <a:t>);</a:t>
            </a:r>
          </a:p>
          <a:p>
            <a:r>
              <a:rPr lang="en-IN" sz="2800" dirty="0"/>
              <a:t>        </a:t>
            </a:r>
            <a:r>
              <a:rPr lang="en-IN" sz="2800" dirty="0" err="1"/>
              <a:t>maxsum</a:t>
            </a:r>
            <a:r>
              <a:rPr lang="en-IN" sz="2800" dirty="0"/>
              <a:t> = max(</a:t>
            </a:r>
            <a:r>
              <a:rPr lang="en-IN" sz="2800" dirty="0" err="1"/>
              <a:t>maxsum,cur</a:t>
            </a:r>
            <a:r>
              <a:rPr lang="en-IN" sz="2800" dirty="0"/>
              <a:t>);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cout</a:t>
            </a:r>
            <a:r>
              <a:rPr lang="en-IN" sz="2800" dirty="0"/>
              <a:t> &lt;&lt; </a:t>
            </a:r>
            <a:r>
              <a:rPr lang="en-IN" sz="2800" dirty="0" err="1"/>
              <a:t>minsum</a:t>
            </a:r>
            <a:r>
              <a:rPr lang="en-IN" sz="2800" dirty="0"/>
              <a:t> &lt;&lt; " " &lt;&lt; </a:t>
            </a:r>
            <a:r>
              <a:rPr lang="en-IN" sz="2800" dirty="0" err="1"/>
              <a:t>maxsum</a:t>
            </a:r>
            <a:r>
              <a:rPr lang="en-IN" sz="2800" dirty="0"/>
              <a:t>;</a:t>
            </a:r>
          </a:p>
          <a:p>
            <a:r>
              <a:rPr lang="en-IN" sz="28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1CE5C-8F28-2730-2122-253B604338D7}"/>
              </a:ext>
            </a:extLst>
          </p:cNvPr>
          <p:cNvSpPr txBox="1"/>
          <p:nvPr/>
        </p:nvSpPr>
        <p:spPr>
          <a:xfrm>
            <a:off x="6096000" y="293223"/>
            <a:ext cx="5901179" cy="629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long  </a:t>
            </a:r>
            <a:r>
              <a:rPr lang="en-IN" sz="2800" dirty="0" err="1"/>
              <a:t>minsum</a:t>
            </a:r>
            <a:r>
              <a:rPr lang="en-IN" sz="2800" dirty="0"/>
              <a:t> = </a:t>
            </a:r>
            <a:r>
              <a:rPr lang="en-IN" sz="2800" dirty="0" err="1"/>
              <a:t>arr</a:t>
            </a:r>
            <a:r>
              <a:rPr lang="en-IN" sz="2800" dirty="0"/>
              <a:t>[0];</a:t>
            </a:r>
          </a:p>
          <a:p>
            <a:r>
              <a:rPr lang="en-IN" sz="2800" dirty="0"/>
              <a:t>    long  </a:t>
            </a:r>
            <a:r>
              <a:rPr lang="en-IN" sz="2800" dirty="0" err="1"/>
              <a:t>maxsum</a:t>
            </a:r>
            <a:r>
              <a:rPr lang="en-IN" sz="2800" dirty="0"/>
              <a:t> = </a:t>
            </a:r>
            <a:r>
              <a:rPr lang="en-IN" sz="2800" dirty="0" err="1"/>
              <a:t>arr</a:t>
            </a:r>
            <a:r>
              <a:rPr lang="en-IN" sz="2800" dirty="0"/>
              <a:t>[0];</a:t>
            </a:r>
          </a:p>
          <a:p>
            <a:r>
              <a:rPr lang="en-IN" sz="2800" dirty="0"/>
              <a:t>    long  sum = 0;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 &lt; </a:t>
            </a:r>
            <a:r>
              <a:rPr lang="en-IN" sz="2800" dirty="0" err="1"/>
              <a:t>arr_count</a:t>
            </a:r>
            <a:r>
              <a:rPr lang="en-IN" sz="2800" dirty="0"/>
              <a:t>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sum +=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       if(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 &gt; </a:t>
            </a:r>
            <a:r>
              <a:rPr lang="en-IN" sz="2800" dirty="0" err="1"/>
              <a:t>maxsum</a:t>
            </a:r>
            <a:r>
              <a:rPr lang="en-IN" sz="2800" dirty="0"/>
              <a:t>){</a:t>
            </a:r>
          </a:p>
          <a:p>
            <a:r>
              <a:rPr lang="en-IN" sz="2800" dirty="0"/>
              <a:t>            </a:t>
            </a:r>
            <a:r>
              <a:rPr lang="en-IN" sz="2800" dirty="0" err="1"/>
              <a:t>maxsum</a:t>
            </a:r>
            <a:r>
              <a:rPr lang="en-IN" sz="2800" dirty="0"/>
              <a:t> =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    if(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 &lt; </a:t>
            </a:r>
            <a:r>
              <a:rPr lang="en-IN" sz="2800" dirty="0" err="1"/>
              <a:t>minsum</a:t>
            </a:r>
            <a:r>
              <a:rPr lang="en-IN" sz="2800" dirty="0"/>
              <a:t>){</a:t>
            </a:r>
          </a:p>
          <a:p>
            <a:r>
              <a:rPr lang="en-IN" sz="2800" dirty="0"/>
              <a:t>            </a:t>
            </a:r>
            <a:r>
              <a:rPr lang="en-IN" sz="2800" dirty="0" err="1"/>
              <a:t>minsum</a:t>
            </a:r>
            <a:r>
              <a:rPr lang="en-IN" sz="2800" dirty="0"/>
              <a:t> = </a:t>
            </a:r>
            <a:r>
              <a:rPr lang="en-IN" sz="2800" dirty="0" err="1"/>
              <a:t>arr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</a:t>
            </a:r>
            <a:r>
              <a:rPr lang="en-IN" sz="2800" dirty="0" err="1"/>
              <a:t>ld</a:t>
            </a:r>
            <a:r>
              <a:rPr lang="en-IN" sz="2800" dirty="0"/>
              <a:t> %</a:t>
            </a:r>
            <a:r>
              <a:rPr lang="en-IN" sz="2800" dirty="0" err="1"/>
              <a:t>ld</a:t>
            </a:r>
            <a:r>
              <a:rPr lang="en-IN" sz="2800" dirty="0"/>
              <a:t>",sum - </a:t>
            </a:r>
            <a:r>
              <a:rPr lang="en-IN" sz="2800" dirty="0" err="1"/>
              <a:t>maxsum,sum</a:t>
            </a:r>
            <a:r>
              <a:rPr lang="en-IN" sz="2800" dirty="0"/>
              <a:t> - </a:t>
            </a:r>
            <a:r>
              <a:rPr lang="en-IN" sz="2800" dirty="0" err="1"/>
              <a:t>minsum</a:t>
            </a:r>
            <a:r>
              <a:rPr lang="en-IN" sz="2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20109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874B-35C1-A8E9-D36D-F7B80ADC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2492-C4CA-3C99-9B5A-5D13C8B8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10" y="115705"/>
            <a:ext cx="10946090" cy="1062647"/>
          </a:xfrm>
        </p:spPr>
        <p:txBody>
          <a:bodyPr>
            <a:normAutofit fontScale="90000"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Birthday Cake Candles</a:t>
            </a:r>
            <a:b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7206C-7A9F-7297-85A4-D0AF1AD238EC}"/>
              </a:ext>
            </a:extLst>
          </p:cNvPr>
          <p:cNvSpPr txBox="1"/>
          <p:nvPr/>
        </p:nvSpPr>
        <p:spPr>
          <a:xfrm>
            <a:off x="339365" y="669303"/>
            <a:ext cx="5756635" cy="618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int </a:t>
            </a:r>
            <a:r>
              <a:rPr lang="en-IN" sz="2400" dirty="0" err="1"/>
              <a:t>birthdayCakeCandles</a:t>
            </a:r>
            <a:r>
              <a:rPr lang="en-IN" sz="2400" dirty="0"/>
              <a:t>(vector&lt;int&gt; candles) {</a:t>
            </a:r>
          </a:p>
          <a:p>
            <a:r>
              <a:rPr lang="en-IN" sz="2400" dirty="0"/>
              <a:t>    int </a:t>
            </a:r>
            <a:r>
              <a:rPr lang="en-IN" sz="2400" dirty="0" err="1"/>
              <a:t>maxnum</a:t>
            </a:r>
            <a:r>
              <a:rPr lang="en-IN" sz="2400" dirty="0"/>
              <a:t>=0;</a:t>
            </a:r>
          </a:p>
          <a:p>
            <a:r>
              <a:rPr lang="en-IN" sz="2400" dirty="0"/>
              <a:t>    int count = 0;</a:t>
            </a:r>
          </a:p>
          <a:p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0;i &lt; </a:t>
            </a:r>
            <a:r>
              <a:rPr lang="en-IN" sz="2400" dirty="0" err="1"/>
              <a:t>candles.size</a:t>
            </a:r>
            <a:r>
              <a:rPr lang="en-IN" sz="2400" dirty="0"/>
              <a:t>()-1;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r>
              <a:rPr lang="en-IN" sz="2400" dirty="0"/>
              <a:t>        if(</a:t>
            </a:r>
            <a:r>
              <a:rPr lang="en-IN" sz="2400" dirty="0" err="1"/>
              <a:t>maxnum</a:t>
            </a:r>
            <a:r>
              <a:rPr lang="en-IN" sz="2400" dirty="0"/>
              <a:t> &lt; candles[</a:t>
            </a:r>
            <a:r>
              <a:rPr lang="en-IN" sz="2400" dirty="0" err="1"/>
              <a:t>i</a:t>
            </a:r>
            <a:r>
              <a:rPr lang="en-IN" sz="2400" dirty="0"/>
              <a:t>]){</a:t>
            </a:r>
          </a:p>
          <a:p>
            <a:r>
              <a:rPr lang="en-IN" sz="2400" dirty="0"/>
              <a:t>            </a:t>
            </a:r>
            <a:r>
              <a:rPr lang="en-IN" sz="2400" dirty="0" err="1"/>
              <a:t>maxnum</a:t>
            </a:r>
            <a:r>
              <a:rPr lang="en-IN" sz="2400" dirty="0"/>
              <a:t> = candles[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</a:p>
          <a:p>
            <a:r>
              <a:rPr lang="en-IN" sz="2400" dirty="0"/>
              <a:t>        }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candles.size</a:t>
            </a:r>
            <a:r>
              <a:rPr lang="en-IN" sz="2400" dirty="0"/>
              <a:t>();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r>
              <a:rPr lang="en-IN" sz="2400" dirty="0"/>
              <a:t>        if(</a:t>
            </a:r>
            <a:r>
              <a:rPr lang="en-IN" sz="2400" dirty="0" err="1"/>
              <a:t>maxnum</a:t>
            </a:r>
            <a:r>
              <a:rPr lang="en-IN" sz="2400" dirty="0"/>
              <a:t> == candles[</a:t>
            </a:r>
            <a:r>
              <a:rPr lang="en-IN" sz="2400" dirty="0" err="1"/>
              <a:t>i</a:t>
            </a:r>
            <a:r>
              <a:rPr lang="en-IN" sz="2400" dirty="0"/>
              <a:t>]){</a:t>
            </a:r>
          </a:p>
          <a:p>
            <a:r>
              <a:rPr lang="en-IN" sz="2400" dirty="0"/>
              <a:t>            count++;</a:t>
            </a:r>
          </a:p>
          <a:p>
            <a:r>
              <a:rPr lang="en-IN" sz="2400" dirty="0"/>
              <a:t>        }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return count;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336FD-F56A-E54D-C848-A97D6DA554A6}"/>
              </a:ext>
            </a:extLst>
          </p:cNvPr>
          <p:cNvSpPr txBox="1"/>
          <p:nvPr/>
        </p:nvSpPr>
        <p:spPr>
          <a:xfrm>
            <a:off x="5327716" y="647028"/>
            <a:ext cx="64565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int max = 0;</a:t>
            </a:r>
          </a:p>
          <a:p>
            <a:r>
              <a:rPr lang="en-IN" sz="2400" dirty="0"/>
              <a:t>    int count = 0;</a:t>
            </a:r>
          </a:p>
          <a:p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candles_count</a:t>
            </a:r>
            <a:r>
              <a:rPr lang="en-IN" sz="2400" dirty="0"/>
              <a:t>; </a:t>
            </a:r>
            <a:r>
              <a:rPr lang="en-IN" sz="2400" dirty="0" err="1"/>
              <a:t>i</a:t>
            </a:r>
            <a:r>
              <a:rPr lang="en-IN" sz="2400" dirty="0"/>
              <a:t>++ ){</a:t>
            </a:r>
          </a:p>
          <a:p>
            <a:r>
              <a:rPr lang="en-IN" sz="2400" dirty="0"/>
              <a:t>        if(max &lt; candles[</a:t>
            </a:r>
            <a:r>
              <a:rPr lang="en-IN" sz="2400" dirty="0" err="1"/>
              <a:t>i</a:t>
            </a:r>
            <a:r>
              <a:rPr lang="en-IN" sz="2400" dirty="0"/>
              <a:t>]){</a:t>
            </a:r>
          </a:p>
          <a:p>
            <a:r>
              <a:rPr lang="en-IN" sz="2400" dirty="0"/>
              <a:t>            max = candles[</a:t>
            </a:r>
            <a:r>
              <a:rPr lang="en-IN" sz="2400" dirty="0" err="1"/>
              <a:t>i</a:t>
            </a:r>
            <a:r>
              <a:rPr lang="en-IN" sz="2400" dirty="0"/>
              <a:t>]; </a:t>
            </a:r>
          </a:p>
          <a:p>
            <a:r>
              <a:rPr lang="en-IN" sz="2400" dirty="0"/>
              <a:t>        }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candles_count</a:t>
            </a:r>
            <a:r>
              <a:rPr lang="en-IN" sz="2400" dirty="0"/>
              <a:t>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r>
              <a:rPr lang="en-IN" sz="2400" dirty="0"/>
              <a:t>        if(max == candles[</a:t>
            </a:r>
            <a:r>
              <a:rPr lang="en-IN" sz="2400" dirty="0" err="1"/>
              <a:t>i</a:t>
            </a:r>
            <a:r>
              <a:rPr lang="en-IN" sz="2400" dirty="0"/>
              <a:t>]){</a:t>
            </a:r>
          </a:p>
          <a:p>
            <a:r>
              <a:rPr lang="en-IN" sz="2400" dirty="0"/>
              <a:t>            count++;</a:t>
            </a:r>
          </a:p>
          <a:p>
            <a:r>
              <a:rPr lang="en-IN" sz="2400" dirty="0"/>
              <a:t>        }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return count;</a:t>
            </a:r>
          </a:p>
        </p:txBody>
      </p:sp>
    </p:spTree>
    <p:extLst>
      <p:ext uri="{BB962C8B-B14F-4D97-AF65-F5344CB8AC3E}">
        <p14:creationId xmlns:p14="http://schemas.microsoft.com/office/powerpoint/2010/main" val="2957467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D67F-3A3B-70C7-3726-6414FC38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4</a:t>
            </a:r>
          </a:p>
        </p:txBody>
      </p:sp>
    </p:spTree>
    <p:extLst>
      <p:ext uri="{BB962C8B-B14F-4D97-AF65-F5344CB8AC3E}">
        <p14:creationId xmlns:p14="http://schemas.microsoft.com/office/powerpoint/2010/main" val="222022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B773-1ED8-F9A2-87CE-105E6622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22"/>
            <a:ext cx="10515600" cy="939064"/>
          </a:xfrm>
        </p:spPr>
        <p:txBody>
          <a:bodyPr>
            <a:norm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Time Conversion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4881E-B582-ADC6-8327-2C3219C6A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302739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400" dirty="0"/>
              <a:t>string </a:t>
            </a:r>
            <a:r>
              <a:rPr lang="en-IN" sz="2400" dirty="0" err="1"/>
              <a:t>timeConversion</a:t>
            </a:r>
            <a:r>
              <a:rPr lang="en-IN" sz="2400" dirty="0"/>
              <a:t>(string s) {</a:t>
            </a:r>
          </a:p>
          <a:p>
            <a:pPr marL="0" indent="0">
              <a:buNone/>
            </a:pPr>
            <a:r>
              <a:rPr lang="en-IN" sz="2400" dirty="0"/>
              <a:t>    char hh1 = s[0], hh2 = s[1];</a:t>
            </a:r>
          </a:p>
          <a:p>
            <a:pPr marL="0" indent="0">
              <a:buNone/>
            </a:pPr>
            <a:r>
              <a:rPr lang="en-IN" sz="2400" dirty="0"/>
              <a:t>    char mm1 = s[3], mm2 = s[4];</a:t>
            </a:r>
          </a:p>
          <a:p>
            <a:pPr marL="0" indent="0">
              <a:buNone/>
            </a:pPr>
            <a:r>
              <a:rPr lang="en-IN" sz="2400" dirty="0"/>
              <a:t>    char ss1 = s[6], ss2 = s[7];</a:t>
            </a:r>
          </a:p>
          <a:p>
            <a:pPr marL="0" indent="0">
              <a:buNone/>
            </a:pPr>
            <a:r>
              <a:rPr lang="en-IN" sz="2400" dirty="0"/>
              <a:t>    char p1 = s[8];</a:t>
            </a:r>
          </a:p>
          <a:p>
            <a:pPr marL="0" indent="0">
              <a:buNone/>
            </a:pPr>
            <a:r>
              <a:rPr lang="en-IN" sz="2400" dirty="0"/>
              <a:t>    int hour = (hh1 - '0') * 10 + (hh2 - '0');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if(int(p1) == 65){</a:t>
            </a:r>
          </a:p>
          <a:p>
            <a:pPr marL="0" indent="0">
              <a:buNone/>
            </a:pPr>
            <a:r>
              <a:rPr lang="en-IN" sz="2400" dirty="0"/>
              <a:t>        if(hour == 12){</a:t>
            </a:r>
          </a:p>
          <a:p>
            <a:pPr marL="0" indent="0">
              <a:buNone/>
            </a:pPr>
            <a:r>
              <a:rPr lang="en-IN" sz="2400" dirty="0"/>
              <a:t>            hh1 = '0';</a:t>
            </a:r>
          </a:p>
          <a:p>
            <a:pPr marL="0" indent="0">
              <a:buNone/>
            </a:pPr>
            <a:r>
              <a:rPr lang="en-IN" sz="2400" dirty="0"/>
              <a:t>            hh2 = '0';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}else if(int(p1) == 80){</a:t>
            </a:r>
          </a:p>
          <a:p>
            <a:pPr marL="0" indent="0">
              <a:buNone/>
            </a:pPr>
            <a:r>
              <a:rPr lang="en-IN" sz="2400" dirty="0"/>
              <a:t>        if(hour != 12){</a:t>
            </a:r>
          </a:p>
          <a:p>
            <a:pPr marL="0" indent="0">
              <a:buNone/>
            </a:pPr>
            <a:r>
              <a:rPr lang="en-IN" sz="2400" dirty="0"/>
              <a:t>            hour += 12;</a:t>
            </a:r>
          </a:p>
          <a:p>
            <a:pPr marL="0" indent="0">
              <a:buNone/>
            </a:pPr>
            <a:r>
              <a:rPr lang="en-IN" sz="2400" dirty="0"/>
              <a:t>            hh1 = (hour / 10) + '0';</a:t>
            </a:r>
          </a:p>
          <a:p>
            <a:pPr marL="0" indent="0">
              <a:buNone/>
            </a:pPr>
            <a:r>
              <a:rPr lang="en-IN" sz="2400" dirty="0"/>
              <a:t>            hh2 = (hour % 10) + '0';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string result = "";</a:t>
            </a:r>
          </a:p>
          <a:p>
            <a:pPr marL="0" indent="0">
              <a:buNone/>
            </a:pPr>
            <a:r>
              <a:rPr lang="en-IN" sz="2400" dirty="0"/>
              <a:t>    result += hh1;</a:t>
            </a:r>
          </a:p>
          <a:p>
            <a:pPr marL="0" indent="0">
              <a:buNone/>
            </a:pPr>
            <a:r>
              <a:rPr lang="en-IN" sz="2400" dirty="0"/>
              <a:t>    result += hh2;</a:t>
            </a:r>
          </a:p>
          <a:p>
            <a:pPr marL="0" indent="0">
              <a:buNone/>
            </a:pPr>
            <a:r>
              <a:rPr lang="en-IN" sz="2400" dirty="0"/>
              <a:t>    result += ":";</a:t>
            </a:r>
          </a:p>
          <a:p>
            <a:pPr marL="0" indent="0">
              <a:buNone/>
            </a:pPr>
            <a:r>
              <a:rPr lang="en-IN" sz="2400" dirty="0"/>
              <a:t>    result += mm1;</a:t>
            </a:r>
          </a:p>
          <a:p>
            <a:pPr marL="0" indent="0">
              <a:buNone/>
            </a:pPr>
            <a:r>
              <a:rPr lang="en-IN" sz="2400" dirty="0"/>
              <a:t>    result += mm2;</a:t>
            </a:r>
          </a:p>
          <a:p>
            <a:pPr marL="0" indent="0">
              <a:buNone/>
            </a:pPr>
            <a:r>
              <a:rPr lang="en-IN" sz="2400" dirty="0"/>
              <a:t>    result += ":";</a:t>
            </a:r>
          </a:p>
          <a:p>
            <a:pPr marL="0" indent="0">
              <a:buNone/>
            </a:pPr>
            <a:r>
              <a:rPr lang="en-IN" sz="2400" dirty="0"/>
              <a:t>    result += ss1;</a:t>
            </a:r>
          </a:p>
          <a:p>
            <a:pPr marL="0" indent="0">
              <a:buNone/>
            </a:pPr>
            <a:r>
              <a:rPr lang="en-IN" sz="2400" dirty="0"/>
              <a:t>    result += ss2;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return result;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34022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2673B-AB1E-58FA-F8DC-E6EC2CC8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3615-1A7B-0907-A6DB-FADBE45F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22"/>
            <a:ext cx="10515600" cy="939064"/>
          </a:xfrm>
        </p:spPr>
        <p:txBody>
          <a:bodyPr>
            <a:norm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Time Conversion (C)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92CE3-ADEF-4A2E-2DBF-8D94EA0F4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21213" cy="5750351"/>
          </a:xfrm>
        </p:spPr>
        <p:txBody>
          <a:bodyPr numCol="3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char* </a:t>
            </a:r>
            <a:r>
              <a:rPr lang="en-IN" sz="2400" b="0" dirty="0" err="1">
                <a:effectLst/>
                <a:latin typeface="SourceCodePro"/>
              </a:rPr>
              <a:t>timeConversion</a:t>
            </a:r>
            <a:r>
              <a:rPr lang="en-IN" sz="2400" b="0" dirty="0">
                <a:effectLst/>
                <a:latin typeface="SourceCodePro"/>
              </a:rPr>
              <a:t>(char* s) 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char hh1 = s[0], hh2 =s[1], mm1 = s[3], mm2 = s[4], ss1 = s[6], ss2 = s[7],ch1=s[8],ch2=s[9];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int hour = (hh1 - '0') * 10 + (hh2- '0');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char *res = malloc(9 * </a:t>
            </a:r>
            <a:r>
              <a:rPr lang="en-IN" sz="2400" b="0" dirty="0" err="1">
                <a:effectLst/>
                <a:latin typeface="SourceCodePro"/>
              </a:rPr>
              <a:t>sizeof</a:t>
            </a:r>
            <a:r>
              <a:rPr lang="en-IN" sz="2400" b="0" dirty="0">
                <a:effectLst/>
                <a:latin typeface="SourceCodePro"/>
              </a:rPr>
              <a:t>(char));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if(ch1 == 'P'){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if(hour != 12){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hour += 12;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hh1 =  (hour / 10) + '0';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hh2 =  (hour % 10) + '0';   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}else if(ch1 == 'A'){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if(hour == 12){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 hh1 = '0';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 hh2 = '0';   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res[0] = hh1;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res[1] = hh2;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res[2] =  ':';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res[3] = mm1;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res[4] = mm2;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res[5] = ':';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res[6] = ss1;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res[7] = ss2;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return res;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}</a:t>
            </a:r>
            <a:br>
              <a:rPr lang="en-IN" sz="2400" b="0" dirty="0">
                <a:effectLst/>
                <a:latin typeface="SourceCodePro"/>
              </a:rPr>
            </a:br>
            <a:endParaRPr lang="en-IN" sz="2400" b="0" dirty="0">
              <a:effectLst/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142582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F9756-4CB4-9C8A-4E28-FE2AA842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0D5A-34A0-B23D-A62E-F63B0481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22"/>
            <a:ext cx="10515600" cy="939064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Grading Students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3D94-4367-F113-F37B-AE4F4A3B1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5" y="989814"/>
            <a:ext cx="11774079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400" dirty="0"/>
              <a:t>vector&lt;int&gt; </a:t>
            </a:r>
            <a:r>
              <a:rPr lang="en-IN" sz="2400" dirty="0" err="1"/>
              <a:t>gradingStudents</a:t>
            </a:r>
            <a:r>
              <a:rPr lang="en-IN" sz="2400" dirty="0"/>
              <a:t>(vector&lt;int&gt; grades) {</a:t>
            </a:r>
          </a:p>
          <a:p>
            <a:pPr marL="0" indent="0"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 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grades.size</a:t>
            </a:r>
            <a:r>
              <a:rPr lang="en-IN" sz="2400" dirty="0"/>
              <a:t>() 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pPr marL="0" indent="0">
              <a:buNone/>
            </a:pPr>
            <a:r>
              <a:rPr lang="en-IN" sz="2400" dirty="0"/>
              <a:t>        int a = grades[</a:t>
            </a:r>
            <a:r>
              <a:rPr lang="en-IN" sz="2400" dirty="0" err="1"/>
              <a:t>i</a:t>
            </a:r>
            <a:r>
              <a:rPr lang="en-IN" sz="2400" dirty="0"/>
              <a:t>]/5;</a:t>
            </a:r>
          </a:p>
          <a:p>
            <a:pPr marL="0" indent="0">
              <a:buNone/>
            </a:pPr>
            <a:r>
              <a:rPr lang="en-IN" sz="2400" dirty="0"/>
              <a:t>        int b = (a * 5) + 5;</a:t>
            </a:r>
          </a:p>
          <a:p>
            <a:pPr marL="0" indent="0">
              <a:buNone/>
            </a:pPr>
            <a:r>
              <a:rPr lang="en-IN" sz="2400" dirty="0"/>
              <a:t>        if(grades[</a:t>
            </a:r>
            <a:r>
              <a:rPr lang="en-IN" sz="2400" dirty="0" err="1"/>
              <a:t>i</a:t>
            </a:r>
            <a:r>
              <a:rPr lang="en-IN" sz="2400" dirty="0"/>
              <a:t>] &lt; 38){</a:t>
            </a:r>
          </a:p>
          <a:p>
            <a:pPr marL="0" indent="0">
              <a:buNone/>
            </a:pPr>
            <a:r>
              <a:rPr lang="en-IN" sz="2400" dirty="0"/>
              <a:t>            continue;</a:t>
            </a:r>
          </a:p>
          <a:p>
            <a:pPr marL="0" indent="0">
              <a:buNone/>
            </a:pPr>
            <a:r>
              <a:rPr lang="en-IN" sz="2400" dirty="0"/>
              <a:t>        }else if((grades[</a:t>
            </a:r>
            <a:r>
              <a:rPr lang="en-IN" sz="2400" dirty="0" err="1"/>
              <a:t>i</a:t>
            </a:r>
            <a:r>
              <a:rPr lang="en-IN" sz="2400" dirty="0"/>
              <a:t>] &gt;= 38) &amp;&amp; (b - grades[</a:t>
            </a:r>
            <a:r>
              <a:rPr lang="en-IN" sz="2400" dirty="0" err="1"/>
              <a:t>i</a:t>
            </a:r>
            <a:r>
              <a:rPr lang="en-IN" sz="2400" dirty="0"/>
              <a:t>] &lt; 3)){</a:t>
            </a:r>
          </a:p>
          <a:p>
            <a:pPr marL="0" indent="0">
              <a:buNone/>
            </a:pPr>
            <a:r>
              <a:rPr lang="en-IN" sz="2400" dirty="0"/>
              <a:t>            grades[</a:t>
            </a:r>
            <a:r>
              <a:rPr lang="en-IN" sz="2400" dirty="0" err="1"/>
              <a:t>i</a:t>
            </a:r>
            <a:r>
              <a:rPr lang="en-IN" sz="2400" dirty="0"/>
              <a:t>] = b;</a:t>
            </a:r>
          </a:p>
          <a:p>
            <a:pPr marL="0" indent="0">
              <a:buNone/>
            </a:pPr>
            <a:r>
              <a:rPr lang="en-IN" sz="2400" dirty="0"/>
              <a:t>        }else{</a:t>
            </a:r>
          </a:p>
          <a:p>
            <a:pPr marL="0" indent="0">
              <a:buNone/>
            </a:pPr>
            <a:r>
              <a:rPr lang="en-IN" sz="2400" dirty="0"/>
              <a:t>            continue;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return grades;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5466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45D8-D0EB-18C0-7F83-D5823069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D2C9-6109-0C5B-CDDE-D45A89BB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22"/>
            <a:ext cx="10515600" cy="939064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Grading Students(C)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EFC92-9CD0-18F4-1B99-29BB8AFEE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5" y="989814"/>
            <a:ext cx="11821213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US" sz="2400" dirty="0"/>
              <a:t>*</a:t>
            </a:r>
            <a:r>
              <a:rPr lang="en-US" sz="2400" dirty="0" err="1"/>
              <a:t>result_count</a:t>
            </a:r>
            <a:r>
              <a:rPr lang="en-US" sz="2400" dirty="0"/>
              <a:t> = </a:t>
            </a:r>
            <a:r>
              <a:rPr lang="en-US" sz="2400" dirty="0" err="1"/>
              <a:t>grades_count</a:t>
            </a:r>
            <a:r>
              <a:rPr lang="en-US" sz="2400" dirty="0"/>
              <a:t>; // Set the result count to the same number of grades</a:t>
            </a:r>
          </a:p>
          <a:p>
            <a:pPr marL="0" indent="0">
              <a:buNone/>
            </a:pPr>
            <a:r>
              <a:rPr lang="en-US" sz="2400" dirty="0"/>
              <a:t>    int* result = (int*) malloc(</a:t>
            </a:r>
            <a:r>
              <a:rPr lang="en-US" sz="2400" dirty="0" err="1"/>
              <a:t>grades_count</a:t>
            </a:r>
            <a:r>
              <a:rPr lang="en-US" sz="2400" dirty="0"/>
              <a:t> * </a:t>
            </a:r>
            <a:r>
              <a:rPr lang="en-US" sz="2400" dirty="0" err="1"/>
              <a:t>sizeof</a:t>
            </a:r>
            <a:r>
              <a:rPr lang="en-US" sz="2400" dirty="0"/>
              <a:t>(int)); // Allocate memory for the result array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for (int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</a:t>
            </a:r>
            <a:r>
              <a:rPr lang="en-US" sz="2400" dirty="0" err="1"/>
              <a:t>grades_count</a:t>
            </a:r>
            <a:r>
              <a:rPr lang="en-US" sz="2400" dirty="0"/>
              <a:t>; </a:t>
            </a:r>
            <a:r>
              <a:rPr lang="en-US" sz="2400" dirty="0" err="1"/>
              <a:t>i</a:t>
            </a:r>
            <a:r>
              <a:rPr lang="en-US" sz="2400" dirty="0"/>
              <a:t>++) {</a:t>
            </a:r>
          </a:p>
          <a:p>
            <a:pPr marL="0" indent="0">
              <a:buNone/>
            </a:pPr>
            <a:r>
              <a:rPr lang="en-US" sz="2400" dirty="0"/>
              <a:t>        int a = grades[</a:t>
            </a:r>
            <a:r>
              <a:rPr lang="en-US" sz="2400" dirty="0" err="1"/>
              <a:t>i</a:t>
            </a:r>
            <a:r>
              <a:rPr lang="en-US" sz="2400" dirty="0"/>
              <a:t>] / 5;</a:t>
            </a:r>
          </a:p>
          <a:p>
            <a:pPr marL="0" indent="0">
              <a:buNone/>
            </a:pPr>
            <a:r>
              <a:rPr lang="en-US" sz="2400" dirty="0"/>
              <a:t>        int b = (a * 5) + 5;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if (grades[</a:t>
            </a:r>
            <a:r>
              <a:rPr lang="en-US" sz="2400" dirty="0" err="1"/>
              <a:t>i</a:t>
            </a:r>
            <a:r>
              <a:rPr lang="en-US" sz="2400" dirty="0"/>
              <a:t>] &lt; 38) {</a:t>
            </a:r>
          </a:p>
          <a:p>
            <a:pPr marL="0" indent="0">
              <a:buNone/>
            </a:pPr>
            <a:r>
              <a:rPr lang="en-US" sz="2400" dirty="0"/>
              <a:t>            result[</a:t>
            </a:r>
            <a:r>
              <a:rPr lang="en-US" sz="2400" dirty="0" err="1"/>
              <a:t>i</a:t>
            </a:r>
            <a:r>
              <a:rPr lang="en-US" sz="2400" dirty="0"/>
              <a:t>] = grades[</a:t>
            </a:r>
            <a:r>
              <a:rPr lang="en-US" sz="2400" dirty="0" err="1"/>
              <a:t>i</a:t>
            </a:r>
            <a:r>
              <a:rPr lang="en-US" sz="2400" dirty="0"/>
              <a:t>]; // Keep the original grade if it's less than 38</a:t>
            </a:r>
          </a:p>
          <a:p>
            <a:pPr marL="0" indent="0">
              <a:buNone/>
            </a:pPr>
            <a:r>
              <a:rPr lang="en-US" sz="2400" dirty="0"/>
              <a:t>        } else if ((b - grades[</a:t>
            </a:r>
            <a:r>
              <a:rPr lang="en-US" sz="2400" dirty="0" err="1"/>
              <a:t>i</a:t>
            </a:r>
            <a:r>
              <a:rPr lang="en-US" sz="2400" dirty="0"/>
              <a:t>]) &lt; 3) {</a:t>
            </a:r>
          </a:p>
          <a:p>
            <a:pPr marL="0" indent="0">
              <a:buNone/>
            </a:pPr>
            <a:r>
              <a:rPr lang="en-US" sz="2400" dirty="0"/>
              <a:t>            result[</a:t>
            </a:r>
            <a:r>
              <a:rPr lang="en-US" sz="2400" dirty="0" err="1"/>
              <a:t>i</a:t>
            </a:r>
            <a:r>
              <a:rPr lang="en-US" sz="2400" dirty="0"/>
              <a:t>] = b; // Round up if the difference is less than 3</a:t>
            </a:r>
          </a:p>
          <a:p>
            <a:pPr marL="0" indent="0">
              <a:buNone/>
            </a:pPr>
            <a:r>
              <a:rPr lang="en-US" sz="2400" dirty="0"/>
              <a:t>        } else {</a:t>
            </a:r>
          </a:p>
          <a:p>
            <a:pPr marL="0" indent="0">
              <a:buNone/>
            </a:pPr>
            <a:r>
              <a:rPr lang="en-US" sz="2400" dirty="0"/>
              <a:t>            result[</a:t>
            </a:r>
            <a:r>
              <a:rPr lang="en-US" sz="2400" dirty="0" err="1"/>
              <a:t>i</a:t>
            </a:r>
            <a:r>
              <a:rPr lang="en-US" sz="2400" dirty="0"/>
              <a:t>] = grades[</a:t>
            </a:r>
            <a:r>
              <a:rPr lang="en-US" sz="2400" dirty="0" err="1"/>
              <a:t>i</a:t>
            </a:r>
            <a:r>
              <a:rPr lang="en-US" sz="2400" dirty="0"/>
              <a:t>]; // Keep the original grade</a:t>
            </a:r>
          </a:p>
          <a:p>
            <a:pPr marL="0" indent="0">
              <a:buNone/>
            </a:pPr>
            <a:r>
              <a:rPr lang="en-US" sz="2400" dirty="0"/>
              <a:t>        }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9890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4B8C-E679-34BD-7946-1762C272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468C-62DA-8C39-85FF-A7D97E725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22"/>
            <a:ext cx="10515600" cy="939064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  <a:t>Apple and Orange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F806-1AA6-3615-D1C5-9854FE0C0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400" dirty="0"/>
              <a:t>void </a:t>
            </a:r>
            <a:r>
              <a:rPr lang="en-IN" sz="2400" dirty="0" err="1"/>
              <a:t>countApplesAndOranges</a:t>
            </a:r>
            <a:r>
              <a:rPr lang="en-IN" sz="2400" dirty="0"/>
              <a:t>(int s, int t, int a, int b, vector&lt;int&gt; apples, vector&lt;int&gt; oranges) {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count_of_a</a:t>
            </a:r>
            <a:r>
              <a:rPr lang="en-IN" sz="2400" dirty="0"/>
              <a:t> = 0;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count_of_o</a:t>
            </a:r>
            <a:r>
              <a:rPr lang="en-IN" sz="2400" dirty="0"/>
              <a:t> = 0;</a:t>
            </a:r>
          </a:p>
          <a:p>
            <a:pPr marL="0" indent="0"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apples.size</a:t>
            </a:r>
            <a:r>
              <a:rPr lang="en-IN" sz="2400" dirty="0"/>
              <a:t>(); </a:t>
            </a:r>
            <a:r>
              <a:rPr lang="en-IN" sz="2400" dirty="0" err="1"/>
              <a:t>i</a:t>
            </a:r>
            <a:r>
              <a:rPr lang="en-IN" sz="2400" dirty="0"/>
              <a:t>++ ){</a:t>
            </a:r>
          </a:p>
          <a:p>
            <a:pPr marL="0" indent="0">
              <a:buNone/>
            </a:pPr>
            <a:r>
              <a:rPr lang="en-IN" sz="2400" dirty="0"/>
              <a:t>        apples[</a:t>
            </a:r>
            <a:r>
              <a:rPr lang="en-IN" sz="2400" dirty="0" err="1"/>
              <a:t>i</a:t>
            </a:r>
            <a:r>
              <a:rPr lang="en-IN" sz="2400" dirty="0"/>
              <a:t>] += a;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for(int j = 0; j &lt; </a:t>
            </a:r>
            <a:r>
              <a:rPr lang="en-IN" sz="2400" dirty="0" err="1"/>
              <a:t>oranges.size</a:t>
            </a:r>
            <a:r>
              <a:rPr lang="en-IN" sz="2400" dirty="0"/>
              <a:t>(); </a:t>
            </a:r>
            <a:r>
              <a:rPr lang="en-IN" sz="2400" dirty="0" err="1"/>
              <a:t>j++</a:t>
            </a:r>
            <a:r>
              <a:rPr lang="en-IN" sz="2400" dirty="0"/>
              <a:t> ){</a:t>
            </a:r>
          </a:p>
          <a:p>
            <a:pPr marL="0" indent="0">
              <a:buNone/>
            </a:pPr>
            <a:r>
              <a:rPr lang="en-IN" sz="2400" dirty="0"/>
              <a:t>        oranges[j] += b;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apples.size</a:t>
            </a:r>
            <a:r>
              <a:rPr lang="en-IN" sz="2400" dirty="0"/>
              <a:t>(); </a:t>
            </a:r>
            <a:r>
              <a:rPr lang="en-IN" sz="2400" dirty="0" err="1"/>
              <a:t>i</a:t>
            </a:r>
            <a:r>
              <a:rPr lang="en-IN" sz="2400" dirty="0"/>
              <a:t>++ ){</a:t>
            </a:r>
          </a:p>
          <a:p>
            <a:pPr marL="0" indent="0">
              <a:buNone/>
            </a:pPr>
            <a:r>
              <a:rPr lang="en-IN" sz="2400" dirty="0"/>
              <a:t>        if(apples[</a:t>
            </a:r>
            <a:r>
              <a:rPr lang="en-IN" sz="2400" dirty="0" err="1"/>
              <a:t>i</a:t>
            </a:r>
            <a:r>
              <a:rPr lang="en-IN" sz="2400" dirty="0"/>
              <a:t>] &gt;= s &amp;&amp; apples[</a:t>
            </a:r>
            <a:r>
              <a:rPr lang="en-IN" sz="2400" dirty="0" err="1"/>
              <a:t>i</a:t>
            </a:r>
            <a:r>
              <a:rPr lang="en-IN" sz="2400" dirty="0"/>
              <a:t>] &lt;= t){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count_of_a</a:t>
            </a:r>
            <a:r>
              <a:rPr lang="en-IN" sz="2400" dirty="0"/>
              <a:t>++;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for(int j = 0; j &lt; </a:t>
            </a:r>
            <a:r>
              <a:rPr lang="en-IN" sz="2400" dirty="0" err="1"/>
              <a:t>oranges.size</a:t>
            </a:r>
            <a:r>
              <a:rPr lang="en-IN" sz="2400" dirty="0"/>
              <a:t>(); </a:t>
            </a:r>
            <a:r>
              <a:rPr lang="en-IN" sz="2400" dirty="0" err="1"/>
              <a:t>j++</a:t>
            </a:r>
            <a:r>
              <a:rPr lang="en-IN" sz="2400" dirty="0"/>
              <a:t> ){</a:t>
            </a:r>
          </a:p>
          <a:p>
            <a:pPr marL="0" indent="0">
              <a:buNone/>
            </a:pPr>
            <a:r>
              <a:rPr lang="en-IN" sz="2400" dirty="0"/>
              <a:t>        if(oranges[j] &gt;= s &amp;&amp; oranges[j] &lt;= t){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count_of_o</a:t>
            </a:r>
            <a:r>
              <a:rPr lang="en-IN" sz="2400" dirty="0"/>
              <a:t>++;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cout</a:t>
            </a:r>
            <a:r>
              <a:rPr lang="en-IN" sz="2400" dirty="0"/>
              <a:t>&lt;&lt;</a:t>
            </a:r>
            <a:r>
              <a:rPr lang="en-IN" sz="2400" dirty="0" err="1"/>
              <a:t>count_of_a</a:t>
            </a:r>
            <a:r>
              <a:rPr lang="en-IN" sz="2400" dirty="0"/>
              <a:t>&lt;&lt;</a:t>
            </a:r>
            <a:r>
              <a:rPr lang="en-IN" sz="2400" dirty="0" err="1"/>
              <a:t>endl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cout</a:t>
            </a:r>
            <a:r>
              <a:rPr lang="en-IN" sz="2400" dirty="0"/>
              <a:t>&lt;&lt;</a:t>
            </a:r>
            <a:r>
              <a:rPr lang="en-IN" sz="2400" dirty="0" err="1"/>
              <a:t>count_of_o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57454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4577-C09F-5BD3-078C-B6F21468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DAC5-3758-DF35-1ACB-D9707800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22"/>
            <a:ext cx="10515600" cy="939064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  <a:t>Apple and Orange (C)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306AA-92E1-27CE-FE16-91869394A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int </a:t>
            </a:r>
            <a:r>
              <a:rPr lang="en-IN" sz="2400" b="0" dirty="0" err="1">
                <a:effectLst/>
                <a:latin typeface="SourceCodePro"/>
              </a:rPr>
              <a:t>no_of_apple</a:t>
            </a:r>
            <a:r>
              <a:rPr lang="en-IN" sz="2400" b="0" dirty="0">
                <a:effectLst/>
                <a:latin typeface="SourceCodePro"/>
              </a:rPr>
              <a:t>=0,no_of_orange=0;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for(int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= 0;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&lt;</a:t>
            </a:r>
            <a:r>
              <a:rPr lang="en-IN" sz="2400" b="0" dirty="0" err="1">
                <a:effectLst/>
                <a:latin typeface="SourceCodePro"/>
              </a:rPr>
              <a:t>apples_count</a:t>
            </a:r>
            <a:r>
              <a:rPr lang="en-IN" sz="2400" b="0" dirty="0">
                <a:effectLst/>
                <a:latin typeface="SourceCodePro"/>
              </a:rPr>
              <a:t>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++){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apples[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= a + apples[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if(apples[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&gt;=s &amp;&amp; apples[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&lt;= t){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    </a:t>
            </a:r>
            <a:r>
              <a:rPr lang="en-IN" sz="2400" b="0" dirty="0" err="1">
                <a:effectLst/>
                <a:latin typeface="SourceCodePro"/>
              </a:rPr>
              <a:t>no_of_apple</a:t>
            </a:r>
            <a:r>
              <a:rPr lang="en-IN" sz="2400" b="0" dirty="0">
                <a:effectLst/>
                <a:latin typeface="SourceCodePro"/>
              </a:rPr>
              <a:t>++;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for(int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= 0;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&lt;</a:t>
            </a:r>
            <a:r>
              <a:rPr lang="en-IN" sz="2400" b="0" dirty="0" err="1">
                <a:effectLst/>
                <a:latin typeface="SourceCodePro"/>
              </a:rPr>
              <a:t>oranges_count</a:t>
            </a:r>
            <a:r>
              <a:rPr lang="en-IN" sz="2400" b="0" dirty="0">
                <a:effectLst/>
                <a:latin typeface="SourceCodePro"/>
              </a:rPr>
              <a:t>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++){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oranges[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= b + oranges[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if(oranges[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&gt;= s &amp;&amp; oranges[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&lt;= t ){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    </a:t>
            </a:r>
            <a:r>
              <a:rPr lang="en-IN" sz="2400" b="0" dirty="0" err="1">
                <a:effectLst/>
                <a:latin typeface="SourceCodePro"/>
              </a:rPr>
              <a:t>no_of_orange</a:t>
            </a:r>
            <a:r>
              <a:rPr lang="en-IN" sz="2400" b="0" dirty="0">
                <a:effectLst/>
                <a:latin typeface="SourceCodePro"/>
              </a:rPr>
              <a:t>++;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0" dirty="0">
                <a:effectLst/>
                <a:latin typeface="SourceCodePro"/>
              </a:rPr>
              <a:t>    </a:t>
            </a:r>
            <a:r>
              <a:rPr lang="en-IN" sz="2400" b="0" dirty="0" err="1">
                <a:effectLst/>
                <a:latin typeface="SourceCodePro"/>
              </a:rPr>
              <a:t>printf</a:t>
            </a:r>
            <a:r>
              <a:rPr lang="en-IN" sz="2400" b="0" dirty="0">
                <a:effectLst/>
                <a:latin typeface="SourceCodePro"/>
              </a:rPr>
              <a:t>("%d\</a:t>
            </a:r>
            <a:r>
              <a:rPr lang="en-IN" sz="2400" b="0" dirty="0" err="1">
                <a:effectLst/>
                <a:latin typeface="SourceCodePro"/>
              </a:rPr>
              <a:t>n%d</a:t>
            </a:r>
            <a:r>
              <a:rPr lang="en-IN" sz="2400" b="0" dirty="0">
                <a:effectLst/>
                <a:latin typeface="SourceCodePro"/>
              </a:rPr>
              <a:t>",</a:t>
            </a:r>
            <a:r>
              <a:rPr lang="en-IN" sz="2400" b="0" dirty="0" err="1">
                <a:effectLst/>
                <a:latin typeface="SourceCodePro"/>
              </a:rPr>
              <a:t>no_of_apple,no_of_orange</a:t>
            </a:r>
            <a:r>
              <a:rPr lang="en-IN" sz="2400" b="0" dirty="0">
                <a:effectLst/>
                <a:latin typeface="SourceCodePr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57045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E882-572B-617B-D06C-E727A66C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5710-FE60-A8D6-79FD-1D1ADE5A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5</a:t>
            </a:r>
          </a:p>
        </p:txBody>
      </p:sp>
    </p:spTree>
    <p:extLst>
      <p:ext uri="{BB962C8B-B14F-4D97-AF65-F5344CB8AC3E}">
        <p14:creationId xmlns:p14="http://schemas.microsoft.com/office/powerpoint/2010/main" val="3481829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D7EB-7356-40D5-A8A3-AF141B08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B676-37D4-3CCC-90F3-8488CE9D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  <a:t>Number Line Jumps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6AD8-50BE-9FF2-CADF-D8CEC105C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5429840" cy="5750351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400" dirty="0"/>
              <a:t>string kangaroo(int x1, int v1, int x2, int v2) {</a:t>
            </a:r>
          </a:p>
          <a:p>
            <a:pPr marL="0" indent="0"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 ; </a:t>
            </a:r>
            <a:r>
              <a:rPr lang="en-IN" sz="2400" dirty="0" err="1"/>
              <a:t>i</a:t>
            </a:r>
            <a:r>
              <a:rPr lang="en-IN" sz="2400" dirty="0"/>
              <a:t> &lt; 10000 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pPr marL="0" indent="0">
              <a:buNone/>
            </a:pPr>
            <a:r>
              <a:rPr lang="en-IN" sz="2400" dirty="0"/>
              <a:t>        x1 += v1;</a:t>
            </a:r>
          </a:p>
          <a:p>
            <a:pPr marL="0" indent="0">
              <a:buNone/>
            </a:pPr>
            <a:r>
              <a:rPr lang="en-IN" sz="2400" dirty="0"/>
              <a:t>        x2 += v2;</a:t>
            </a:r>
          </a:p>
          <a:p>
            <a:pPr marL="0" indent="0">
              <a:buNone/>
            </a:pPr>
            <a:r>
              <a:rPr lang="en-IN" sz="2400" dirty="0"/>
              <a:t>        if(x1 == x2){</a:t>
            </a:r>
          </a:p>
          <a:p>
            <a:pPr marL="0" indent="0">
              <a:buNone/>
            </a:pPr>
            <a:r>
              <a:rPr lang="en-IN" sz="2400" dirty="0"/>
              <a:t>            return "YES";</a:t>
            </a:r>
          </a:p>
          <a:p>
            <a:pPr marL="0" indent="0">
              <a:buNone/>
            </a:pPr>
            <a:r>
              <a:rPr lang="en-IN" sz="2400" dirty="0"/>
              <a:t>        }else{</a:t>
            </a:r>
          </a:p>
          <a:p>
            <a:pPr marL="0" indent="0">
              <a:buNone/>
            </a:pPr>
            <a:r>
              <a:rPr lang="en-IN" sz="2400" dirty="0"/>
              <a:t>            continue;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return "NO";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E6F01-2C97-CC19-DAD8-2432CF449D3B}"/>
              </a:ext>
            </a:extLst>
          </p:cNvPr>
          <p:cNvSpPr txBox="1"/>
          <p:nvPr/>
        </p:nvSpPr>
        <p:spPr>
          <a:xfrm>
            <a:off x="6337170" y="1575989"/>
            <a:ext cx="47016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char* kangaroo(int x1, int v1, int x2, int v2) {</a:t>
            </a:r>
          </a:p>
          <a:p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&lt;10000;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r>
              <a:rPr lang="en-IN" sz="2400" dirty="0"/>
              <a:t>        x1 += v1;</a:t>
            </a:r>
          </a:p>
          <a:p>
            <a:r>
              <a:rPr lang="en-IN" sz="2400" dirty="0"/>
              <a:t>        x2 += v2;</a:t>
            </a:r>
          </a:p>
          <a:p>
            <a:r>
              <a:rPr lang="en-IN" sz="2400" dirty="0"/>
              <a:t>        if(x1 == x2){</a:t>
            </a:r>
          </a:p>
          <a:p>
            <a:r>
              <a:rPr lang="en-IN" sz="2400" dirty="0"/>
              <a:t>            return "YES";</a:t>
            </a:r>
          </a:p>
          <a:p>
            <a:r>
              <a:rPr lang="en-IN" sz="2400" dirty="0"/>
              <a:t>        }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return "NO";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3631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C7F0-E425-107F-026B-28FC4F13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393A-B158-DB08-3DD3-A2CED9DC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Breaking the Records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B1E5-83B0-750A-1E48-689B208E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400" dirty="0"/>
              <a:t>vector&lt;int&gt; </a:t>
            </a:r>
            <a:r>
              <a:rPr lang="en-IN" sz="2400" dirty="0" err="1"/>
              <a:t>breakingRecords</a:t>
            </a:r>
            <a:r>
              <a:rPr lang="en-IN" sz="2400" dirty="0"/>
              <a:t>(vector&lt;int&gt; scores) {</a:t>
            </a:r>
          </a:p>
          <a:p>
            <a:pPr marL="0" indent="0">
              <a:buNone/>
            </a:pPr>
            <a:r>
              <a:rPr lang="en-IN" sz="2400" dirty="0"/>
              <a:t>    int min = scores[0];</a:t>
            </a:r>
          </a:p>
          <a:p>
            <a:pPr marL="0" indent="0">
              <a:buNone/>
            </a:pPr>
            <a:r>
              <a:rPr lang="en-IN" sz="2400" dirty="0"/>
              <a:t>    int max = scores[0];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count_of_max</a:t>
            </a:r>
            <a:r>
              <a:rPr lang="en-IN" sz="2400" dirty="0"/>
              <a:t> = 0;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count_of_min</a:t>
            </a:r>
            <a:r>
              <a:rPr lang="en-IN" sz="2400" dirty="0"/>
              <a:t> = 0;</a:t>
            </a:r>
          </a:p>
          <a:p>
            <a:pPr marL="0" indent="0">
              <a:buNone/>
            </a:pPr>
            <a:r>
              <a:rPr lang="en-IN" sz="2400" dirty="0"/>
              <a:t>    vector&lt;int&gt; count;</a:t>
            </a:r>
          </a:p>
          <a:p>
            <a:pPr marL="0" indent="0"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1 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scores.size</a:t>
            </a:r>
            <a:r>
              <a:rPr lang="en-IN" sz="2400" dirty="0"/>
              <a:t>() 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pPr marL="0" indent="0">
              <a:buNone/>
            </a:pPr>
            <a:r>
              <a:rPr lang="en-IN" sz="2400" dirty="0"/>
              <a:t>        if(scores[</a:t>
            </a:r>
            <a:r>
              <a:rPr lang="en-IN" sz="2400" dirty="0" err="1"/>
              <a:t>i</a:t>
            </a:r>
            <a:r>
              <a:rPr lang="en-IN" sz="2400" dirty="0"/>
              <a:t>] &gt; max){</a:t>
            </a:r>
          </a:p>
          <a:p>
            <a:pPr marL="0" indent="0">
              <a:buNone/>
            </a:pPr>
            <a:r>
              <a:rPr lang="en-IN" sz="2400" dirty="0"/>
              <a:t>            max = scores[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count_of_max</a:t>
            </a:r>
            <a:r>
              <a:rPr lang="en-IN" sz="2400" dirty="0"/>
              <a:t>++;</a:t>
            </a:r>
          </a:p>
          <a:p>
            <a:pPr marL="0" indent="0">
              <a:buNone/>
            </a:pPr>
            <a:r>
              <a:rPr lang="en-IN" sz="2400" dirty="0"/>
              <a:t>        }else if(scores[</a:t>
            </a:r>
            <a:r>
              <a:rPr lang="en-IN" sz="2400" dirty="0" err="1"/>
              <a:t>i</a:t>
            </a:r>
            <a:r>
              <a:rPr lang="en-IN" sz="2400" dirty="0"/>
              <a:t>] &lt; min){</a:t>
            </a:r>
          </a:p>
          <a:p>
            <a:pPr marL="0" indent="0">
              <a:buNone/>
            </a:pPr>
            <a:r>
              <a:rPr lang="en-IN" sz="2400" dirty="0"/>
              <a:t>            min = scores[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count_of_min</a:t>
            </a:r>
            <a:r>
              <a:rPr lang="en-IN" sz="2400" dirty="0"/>
              <a:t>++;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count.push_back</a:t>
            </a:r>
            <a:r>
              <a:rPr lang="en-IN" sz="2400" dirty="0"/>
              <a:t>(</a:t>
            </a:r>
            <a:r>
              <a:rPr lang="en-IN" sz="2400" dirty="0" err="1"/>
              <a:t>count_of_max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count.push_back</a:t>
            </a:r>
            <a:r>
              <a:rPr lang="en-IN" sz="2400" dirty="0"/>
              <a:t>(</a:t>
            </a:r>
            <a:r>
              <a:rPr lang="en-IN" sz="2400" dirty="0" err="1"/>
              <a:t>count_of_min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    return count;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6325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DD52-1AC2-09F8-C122-2A2FE20A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E42B7-CC44-AF96-7632-0A045F5C9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Breaking the Records (C)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F5DA3-9B83-4C48-3811-C60B027D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int* </a:t>
            </a:r>
            <a:r>
              <a:rPr lang="en-US" sz="2400" b="0" dirty="0" err="1">
                <a:effectLst/>
                <a:latin typeface="SourceCodePro"/>
              </a:rPr>
              <a:t>breakingRecords</a:t>
            </a:r>
            <a:r>
              <a:rPr lang="en-US" sz="2400" b="0" dirty="0">
                <a:effectLst/>
                <a:latin typeface="SourceCodePro"/>
              </a:rPr>
              <a:t>(int </a:t>
            </a:r>
            <a:r>
              <a:rPr lang="en-US" sz="2400" b="0" dirty="0" err="1">
                <a:effectLst/>
                <a:latin typeface="SourceCodePro"/>
              </a:rPr>
              <a:t>scores_count</a:t>
            </a:r>
            <a:r>
              <a:rPr lang="en-US" sz="2400" b="0" dirty="0">
                <a:effectLst/>
                <a:latin typeface="SourceCodePro"/>
              </a:rPr>
              <a:t>, int* scores, int* </a:t>
            </a:r>
            <a:r>
              <a:rPr lang="en-US" sz="2400" b="0" dirty="0" err="1">
                <a:effectLst/>
                <a:latin typeface="SourceCodePro"/>
              </a:rPr>
              <a:t>result_count</a:t>
            </a:r>
            <a:r>
              <a:rPr lang="en-US" sz="2400" b="0" dirty="0">
                <a:effectLst/>
                <a:latin typeface="SourceCodePro"/>
              </a:rPr>
              <a:t>) {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*</a:t>
            </a:r>
            <a:r>
              <a:rPr lang="en-US" sz="2400" b="0" dirty="0" err="1">
                <a:effectLst/>
                <a:latin typeface="SourceCodePro"/>
              </a:rPr>
              <a:t>result_count</a:t>
            </a:r>
            <a:r>
              <a:rPr lang="en-US" sz="2400" b="0" dirty="0">
                <a:effectLst/>
                <a:latin typeface="SourceCodePro"/>
              </a:rPr>
              <a:t> = 2;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int* res = malloc(2 * </a:t>
            </a:r>
            <a:r>
              <a:rPr lang="en-US" sz="2400" b="0" dirty="0" err="1">
                <a:effectLst/>
                <a:latin typeface="SourceCodePro"/>
              </a:rPr>
              <a:t>sizeof</a:t>
            </a:r>
            <a:r>
              <a:rPr lang="en-US" sz="2400" b="0" dirty="0">
                <a:effectLst/>
                <a:latin typeface="SourceCodePro"/>
              </a:rPr>
              <a:t>(int));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int </a:t>
            </a:r>
            <a:r>
              <a:rPr lang="en-US" sz="2400" b="0" dirty="0" err="1">
                <a:effectLst/>
                <a:latin typeface="SourceCodePro"/>
              </a:rPr>
              <a:t>count_no_of_max</a:t>
            </a:r>
            <a:r>
              <a:rPr lang="en-US" sz="2400" b="0" dirty="0">
                <a:effectLst/>
                <a:latin typeface="SourceCodePro"/>
              </a:rPr>
              <a:t>=0, </a:t>
            </a:r>
            <a:r>
              <a:rPr lang="en-US" sz="2400" b="0" dirty="0" err="1">
                <a:effectLst/>
                <a:latin typeface="SourceCodePro"/>
              </a:rPr>
              <a:t>count_no_of_min</a:t>
            </a:r>
            <a:r>
              <a:rPr lang="en-US" sz="2400" b="0" dirty="0">
                <a:effectLst/>
                <a:latin typeface="SourceCodePro"/>
              </a:rPr>
              <a:t>=0;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int min = scores[0];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int max = scores[0];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for(int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 = 1;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 &lt; </a:t>
            </a:r>
            <a:r>
              <a:rPr lang="en-US" sz="2400" b="0" dirty="0" err="1">
                <a:effectLst/>
                <a:latin typeface="SourceCodePro"/>
              </a:rPr>
              <a:t>scores_count</a:t>
            </a:r>
            <a:r>
              <a:rPr lang="en-US" sz="2400" b="0" dirty="0">
                <a:effectLst/>
                <a:latin typeface="SourceCodePro"/>
              </a:rPr>
              <a:t>;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++){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if(scores[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] &gt; max){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    max = scores[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];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    </a:t>
            </a:r>
            <a:r>
              <a:rPr lang="en-US" sz="2400" b="0" dirty="0" err="1">
                <a:effectLst/>
                <a:latin typeface="SourceCodePro"/>
              </a:rPr>
              <a:t>count_no_of_max</a:t>
            </a:r>
            <a:r>
              <a:rPr lang="en-US" sz="2400" b="0" dirty="0">
                <a:effectLst/>
                <a:latin typeface="SourceCodePro"/>
              </a:rPr>
              <a:t>++;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}else if(scores[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] &lt; min){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    min = scores[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];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    </a:t>
            </a:r>
            <a:r>
              <a:rPr lang="en-US" sz="2400" b="0" dirty="0" err="1">
                <a:effectLst/>
                <a:latin typeface="SourceCodePro"/>
              </a:rPr>
              <a:t>count_no_of_min</a:t>
            </a:r>
            <a:r>
              <a:rPr lang="en-US" sz="2400" b="0" dirty="0">
                <a:effectLst/>
                <a:latin typeface="SourceCodePro"/>
              </a:rPr>
              <a:t>++;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res[0] = </a:t>
            </a:r>
            <a:r>
              <a:rPr lang="en-US" sz="2400" b="0" dirty="0" err="1">
                <a:effectLst/>
                <a:latin typeface="SourceCodePro"/>
              </a:rPr>
              <a:t>count_no_of_max</a:t>
            </a:r>
            <a:r>
              <a:rPr lang="en-US" sz="2400" b="0" dirty="0">
                <a:effectLst/>
                <a:latin typeface="SourceCodePro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    res[1] = </a:t>
            </a:r>
            <a:r>
              <a:rPr lang="en-US" sz="2400" b="0" dirty="0" err="1">
                <a:effectLst/>
                <a:latin typeface="SourceCodePro"/>
              </a:rPr>
              <a:t>count_no_of_min</a:t>
            </a:r>
            <a:r>
              <a:rPr lang="en-US" sz="2400" b="0" dirty="0">
                <a:effectLst/>
                <a:latin typeface="SourceCodePro"/>
              </a:rPr>
              <a:t>;</a:t>
            </a:r>
          </a:p>
          <a:p>
            <a:pPr>
              <a:lnSpc>
                <a:spcPct val="100000"/>
              </a:lnSpc>
              <a:buNone/>
            </a:pPr>
            <a:br>
              <a:rPr lang="en-US" sz="2400" b="0" dirty="0">
                <a:effectLst/>
                <a:latin typeface="SourceCodePro"/>
              </a:rPr>
            </a:br>
            <a:r>
              <a:rPr lang="en-US" sz="2400" b="0" dirty="0">
                <a:effectLst/>
                <a:latin typeface="SourceCodePro"/>
              </a:rPr>
              <a:t>    return res;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1297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3D43-4310-881B-492E-0811331B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EAAE-73EF-55FC-914F-5339F5B0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Subarray Division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04E7-651C-97EC-2C79-E54D15E09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400" dirty="0"/>
              <a:t>int birthday(vector&lt;int&gt; s, int d, int m) {</a:t>
            </a:r>
          </a:p>
          <a:p>
            <a:pPr marL="0" indent="0">
              <a:buNone/>
            </a:pPr>
            <a:r>
              <a:rPr lang="en-IN" sz="2400" dirty="0"/>
              <a:t>    int count = 0;</a:t>
            </a:r>
          </a:p>
          <a:p>
            <a:pPr marL="0" indent="0">
              <a:buNone/>
            </a:pPr>
            <a:r>
              <a:rPr lang="en-IN" sz="2400" dirty="0"/>
              <a:t>    int n = </a:t>
            </a:r>
            <a:r>
              <a:rPr lang="en-IN" sz="2400" dirty="0" err="1"/>
              <a:t>s.size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for 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&lt;= n - m; </a:t>
            </a:r>
            <a:r>
              <a:rPr lang="en-IN" sz="2400" dirty="0" err="1"/>
              <a:t>i</a:t>
            </a:r>
            <a:r>
              <a:rPr lang="en-IN" sz="2400" dirty="0"/>
              <a:t>++) {</a:t>
            </a:r>
          </a:p>
          <a:p>
            <a:pPr marL="0" indent="0">
              <a:buNone/>
            </a:pPr>
            <a:r>
              <a:rPr lang="en-IN" sz="2400" dirty="0"/>
              <a:t>        int sum = 0;</a:t>
            </a:r>
          </a:p>
          <a:p>
            <a:pPr marL="0" indent="0">
              <a:buNone/>
            </a:pPr>
            <a:r>
              <a:rPr lang="en-IN" sz="2400" dirty="0"/>
              <a:t>        // Calculate the sum of m elements starting from index </a:t>
            </a:r>
            <a:r>
              <a:rPr lang="en-IN" sz="2400" dirty="0" err="1"/>
              <a:t>i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for (int j = 0; j &lt; m; </a:t>
            </a:r>
            <a:r>
              <a:rPr lang="en-IN" sz="2400" dirty="0" err="1"/>
              <a:t>j++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        sum += s[</a:t>
            </a:r>
            <a:r>
              <a:rPr lang="en-IN" sz="2400" dirty="0" err="1"/>
              <a:t>i</a:t>
            </a:r>
            <a:r>
              <a:rPr lang="en-IN" sz="2400" dirty="0"/>
              <a:t> + j];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    // Check if the sum equals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if (sum == d) {</a:t>
            </a:r>
          </a:p>
          <a:p>
            <a:pPr marL="0" indent="0">
              <a:buNone/>
            </a:pPr>
            <a:r>
              <a:rPr lang="en-IN" sz="2400" dirty="0"/>
              <a:t>            count++;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return count;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0554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1322-D567-2B97-79DB-FB1123DA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873E-5721-0FAD-53AE-29CFC4B0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Subarray Division (C)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BFE7-F29F-2B44-DDEE-1FC9AB065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689238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US" sz="2400" dirty="0"/>
              <a:t>int birthday(int </a:t>
            </a:r>
            <a:r>
              <a:rPr lang="en-US" sz="2400" dirty="0" err="1"/>
              <a:t>s_count</a:t>
            </a:r>
            <a:r>
              <a:rPr lang="en-US" sz="2400" dirty="0"/>
              <a:t>, int* s, int d, int m) {</a:t>
            </a:r>
          </a:p>
          <a:p>
            <a:pPr marL="0" indent="0">
              <a:buNone/>
            </a:pPr>
            <a:r>
              <a:rPr lang="en-US" sz="2400" dirty="0"/>
              <a:t>    int count = 0;</a:t>
            </a:r>
          </a:p>
          <a:p>
            <a:pPr marL="0" indent="0">
              <a:buNone/>
            </a:pPr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&lt;= </a:t>
            </a:r>
            <a:r>
              <a:rPr lang="en-US" sz="2400" dirty="0" err="1"/>
              <a:t>s_count</a:t>
            </a:r>
            <a:r>
              <a:rPr lang="en-US" sz="2400" dirty="0"/>
              <a:t>-m; </a:t>
            </a:r>
            <a:r>
              <a:rPr lang="en-US" sz="2400" dirty="0" err="1"/>
              <a:t>i</a:t>
            </a:r>
            <a:r>
              <a:rPr lang="en-US" sz="2400" dirty="0"/>
              <a:t>++){</a:t>
            </a:r>
          </a:p>
          <a:p>
            <a:pPr marL="0" indent="0">
              <a:buNone/>
            </a:pPr>
            <a:r>
              <a:rPr lang="en-US" sz="2400" dirty="0"/>
              <a:t>        int sum = 0;</a:t>
            </a:r>
          </a:p>
          <a:p>
            <a:pPr marL="0" indent="0">
              <a:buNone/>
            </a:pPr>
            <a:r>
              <a:rPr lang="en-US" sz="2400" dirty="0"/>
              <a:t>        for(int j = 0; j &lt; m; </a:t>
            </a:r>
            <a:r>
              <a:rPr lang="en-US" sz="2400" dirty="0" err="1"/>
              <a:t>j++</a:t>
            </a:r>
            <a:r>
              <a:rPr lang="en-US" sz="2400" dirty="0"/>
              <a:t>){</a:t>
            </a:r>
          </a:p>
          <a:p>
            <a:pPr marL="0" indent="0">
              <a:buNone/>
            </a:pPr>
            <a:r>
              <a:rPr lang="en-US" sz="2400" dirty="0"/>
              <a:t>            sum += s[</a:t>
            </a:r>
            <a:r>
              <a:rPr lang="en-US" sz="2400" dirty="0" err="1"/>
              <a:t>i+j</a:t>
            </a:r>
            <a:r>
              <a:rPr lang="en-US" sz="2400" dirty="0"/>
              <a:t>];</a:t>
            </a:r>
          </a:p>
          <a:p>
            <a:pPr marL="0" indent="0">
              <a:buNone/>
            </a:pPr>
            <a:r>
              <a:rPr lang="en-US" sz="2400" dirty="0"/>
              <a:t>        }</a:t>
            </a:r>
          </a:p>
          <a:p>
            <a:pPr marL="0" indent="0">
              <a:buNone/>
            </a:pPr>
            <a:r>
              <a:rPr lang="en-US" sz="2400" dirty="0"/>
              <a:t>        if(sum == d){</a:t>
            </a:r>
          </a:p>
          <a:p>
            <a:pPr marL="0" indent="0">
              <a:buNone/>
            </a:pPr>
            <a:r>
              <a:rPr lang="en-US" sz="2400" dirty="0"/>
              <a:t>            count++;</a:t>
            </a:r>
          </a:p>
          <a:p>
            <a:pPr marL="0" indent="0">
              <a:buNone/>
            </a:pPr>
            <a:r>
              <a:rPr lang="en-US" sz="2400" dirty="0"/>
              <a:t>        }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    return count;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5590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BD0-58C2-4FD9-914B-3885A903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17B8-517A-BD4F-2EB8-5FF63337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6</a:t>
            </a:r>
          </a:p>
        </p:txBody>
      </p:sp>
    </p:spTree>
    <p:extLst>
      <p:ext uri="{BB962C8B-B14F-4D97-AF65-F5344CB8AC3E}">
        <p14:creationId xmlns:p14="http://schemas.microsoft.com/office/powerpoint/2010/main" val="971618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8BA5-120D-8E0C-91F9-98B77111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5EC-B527-893A-FC8D-1535A4CBD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Divisible Sum Pairs</a:t>
            </a:r>
            <a:endParaRPr lang="en-IN" sz="8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C6B83-D847-2E3D-FD2F-7FF2A851F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5118755" cy="5750351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divisibleSumPairs</a:t>
            </a:r>
            <a:r>
              <a:rPr lang="en-IN" sz="2400" dirty="0"/>
              <a:t>(int n, int k, vector&lt;int&gt; </a:t>
            </a:r>
            <a:r>
              <a:rPr lang="en-IN" sz="2400" dirty="0" err="1"/>
              <a:t>ar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int count = 0 ;</a:t>
            </a:r>
          </a:p>
          <a:p>
            <a:pPr marL="0" indent="0"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 ; </a:t>
            </a:r>
            <a:r>
              <a:rPr lang="en-IN" sz="2400" dirty="0" err="1"/>
              <a:t>i</a:t>
            </a:r>
            <a:r>
              <a:rPr lang="en-IN" sz="2400" dirty="0"/>
              <a:t> &lt; n-1 ; </a:t>
            </a:r>
            <a:r>
              <a:rPr lang="en-IN" sz="2400" dirty="0" err="1"/>
              <a:t>i</a:t>
            </a:r>
            <a:r>
              <a:rPr lang="en-IN" sz="2400" dirty="0"/>
              <a:t>++ ){</a:t>
            </a:r>
          </a:p>
          <a:p>
            <a:pPr marL="0" indent="0">
              <a:buNone/>
            </a:pPr>
            <a:r>
              <a:rPr lang="en-IN" sz="2400" dirty="0"/>
              <a:t>        for(int  j = i+1; j &lt; n ; </a:t>
            </a:r>
            <a:r>
              <a:rPr lang="en-IN" sz="2400" dirty="0" err="1"/>
              <a:t>j++</a:t>
            </a:r>
            <a:r>
              <a:rPr lang="en-IN" sz="2400" dirty="0"/>
              <a:t>){</a:t>
            </a:r>
          </a:p>
          <a:p>
            <a:pPr marL="0" indent="0">
              <a:buNone/>
            </a:pPr>
            <a:r>
              <a:rPr lang="en-IN" sz="2400" dirty="0"/>
              <a:t>            if((</a:t>
            </a:r>
            <a:r>
              <a:rPr lang="en-IN" sz="2400" dirty="0" err="1"/>
              <a:t>ar</a:t>
            </a:r>
            <a:r>
              <a:rPr lang="en-IN" sz="2400" dirty="0"/>
              <a:t>[</a:t>
            </a:r>
            <a:r>
              <a:rPr lang="en-IN" sz="2400" dirty="0" err="1"/>
              <a:t>i</a:t>
            </a:r>
            <a:r>
              <a:rPr lang="en-IN" sz="2400" dirty="0"/>
              <a:t>] + </a:t>
            </a:r>
            <a:r>
              <a:rPr lang="en-IN" sz="2400" dirty="0" err="1"/>
              <a:t>ar</a:t>
            </a:r>
            <a:r>
              <a:rPr lang="en-IN" sz="2400" dirty="0"/>
              <a:t>[j])%k == 0){</a:t>
            </a:r>
          </a:p>
          <a:p>
            <a:pPr marL="0" indent="0">
              <a:buNone/>
            </a:pPr>
            <a:r>
              <a:rPr lang="en-IN" sz="2400" dirty="0"/>
              <a:t>                count++;</a:t>
            </a:r>
          </a:p>
          <a:p>
            <a:pPr marL="0" indent="0">
              <a:buNone/>
            </a:pPr>
            <a:r>
              <a:rPr lang="en-IN" sz="2400" dirty="0"/>
              <a:t>            }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return count;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F72FE-8EB1-F8D6-D453-27E59A905EE6}"/>
              </a:ext>
            </a:extLst>
          </p:cNvPr>
          <p:cNvSpPr txBox="1"/>
          <p:nvPr/>
        </p:nvSpPr>
        <p:spPr>
          <a:xfrm>
            <a:off x="5608949" y="1166842"/>
            <a:ext cx="60897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</a:t>
            </a:r>
            <a:r>
              <a:rPr lang="en-IN" sz="2400" b="0" dirty="0" err="1">
                <a:effectLst/>
                <a:latin typeface="SourceCodePro"/>
              </a:rPr>
              <a:t>divisibleSumPairs</a:t>
            </a:r>
            <a:r>
              <a:rPr lang="en-IN" sz="2400" b="0" dirty="0">
                <a:effectLst/>
                <a:latin typeface="SourceCodePro"/>
              </a:rPr>
              <a:t>(int n, int k, int </a:t>
            </a:r>
            <a:r>
              <a:rPr lang="en-IN" sz="2400" b="0" dirty="0" err="1">
                <a:effectLst/>
                <a:latin typeface="SourceCodePro"/>
              </a:rPr>
              <a:t>ar_count</a:t>
            </a:r>
            <a:r>
              <a:rPr lang="en-IN" sz="2400" b="0" dirty="0">
                <a:effectLst/>
                <a:latin typeface="SourceCodePro"/>
              </a:rPr>
              <a:t>, int* </a:t>
            </a:r>
            <a:r>
              <a:rPr lang="en-IN" sz="2400" b="0" dirty="0" err="1">
                <a:effectLst/>
                <a:latin typeface="SourceCodePro"/>
              </a:rPr>
              <a:t>ar</a:t>
            </a:r>
            <a:r>
              <a:rPr lang="en-IN" sz="2400" b="0" dirty="0">
                <a:effectLst/>
                <a:latin typeface="SourceCodePro"/>
              </a:rPr>
              <a:t>) 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int count = 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for(int  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= 0;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&lt; ar_count-1;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++){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for(int j =i+1; j &lt; </a:t>
            </a:r>
            <a:r>
              <a:rPr lang="en-IN" sz="2400" b="0" dirty="0" err="1">
                <a:effectLst/>
                <a:latin typeface="SourceCodePro"/>
              </a:rPr>
              <a:t>ar_count</a:t>
            </a:r>
            <a:r>
              <a:rPr lang="en-IN" sz="2400" b="0" dirty="0">
                <a:effectLst/>
                <a:latin typeface="SourceCodePro"/>
              </a:rPr>
              <a:t>; </a:t>
            </a:r>
            <a:r>
              <a:rPr lang="en-IN" sz="2400" b="0" dirty="0" err="1">
                <a:effectLst/>
                <a:latin typeface="SourceCodePro"/>
              </a:rPr>
              <a:t>j++</a:t>
            </a:r>
            <a:r>
              <a:rPr lang="en-IN" sz="2400" b="0" dirty="0">
                <a:effectLst/>
                <a:latin typeface="SourceCodePro"/>
              </a:rPr>
              <a:t>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if((</a:t>
            </a:r>
            <a:r>
              <a:rPr lang="en-IN" sz="2400" b="0" dirty="0" err="1">
                <a:effectLst/>
                <a:latin typeface="SourceCodePro"/>
              </a:rPr>
              <a:t>ar</a:t>
            </a:r>
            <a:r>
              <a:rPr lang="en-IN" sz="2400" b="0" dirty="0">
                <a:effectLst/>
                <a:latin typeface="SourceCodePro"/>
              </a:rPr>
              <a:t>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]+</a:t>
            </a:r>
            <a:r>
              <a:rPr lang="en-IN" sz="2400" b="0" dirty="0" err="1">
                <a:effectLst/>
                <a:latin typeface="SourceCodePro"/>
              </a:rPr>
              <a:t>ar</a:t>
            </a:r>
            <a:r>
              <a:rPr lang="en-IN" sz="2400" b="0" dirty="0">
                <a:effectLst/>
                <a:latin typeface="SourceCodePro"/>
              </a:rPr>
              <a:t>[j]) % k ==0){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    count++;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}    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count;</a:t>
            </a:r>
          </a:p>
          <a:p>
            <a:r>
              <a:rPr lang="en-IN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210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906F-AD01-4460-24C8-164DBEB9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657D-0759-9EED-6C13-F96C4428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Migratory Birds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4739-E36C-8F01-A49C-C629C562A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9" y="782424"/>
            <a:ext cx="6400799" cy="5750351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000" dirty="0"/>
              <a:t>int </a:t>
            </a:r>
            <a:r>
              <a:rPr lang="en-IN" sz="2000" dirty="0" err="1"/>
              <a:t>migratoryBirds</a:t>
            </a:r>
            <a:r>
              <a:rPr lang="en-IN" sz="2000" dirty="0"/>
              <a:t>(vector&lt;int&gt; </a:t>
            </a:r>
            <a:r>
              <a:rPr lang="en-IN" sz="2000" dirty="0" err="1"/>
              <a:t>arr</a:t>
            </a:r>
            <a:r>
              <a:rPr lang="en-IN" sz="2000" dirty="0"/>
              <a:t>) {</a:t>
            </a:r>
          </a:p>
          <a:p>
            <a:pPr marL="0" indent="0">
              <a:buNone/>
            </a:pPr>
            <a:r>
              <a:rPr lang="en-IN" sz="2000" dirty="0"/>
              <a:t>    map &lt;int, int&gt; arr1;</a:t>
            </a:r>
          </a:p>
          <a:p>
            <a:pPr marL="0" indent="0">
              <a:buNone/>
            </a:pPr>
            <a:r>
              <a:rPr lang="en-IN" sz="2000" dirty="0"/>
              <a:t>    for(int </a:t>
            </a:r>
            <a:r>
              <a:rPr lang="en-IN" sz="2000" dirty="0" err="1"/>
              <a:t>i</a:t>
            </a:r>
            <a:r>
              <a:rPr lang="en-IN" sz="2000" dirty="0"/>
              <a:t> = 0; </a:t>
            </a:r>
            <a:r>
              <a:rPr lang="en-IN" sz="2000" dirty="0" err="1"/>
              <a:t>i</a:t>
            </a:r>
            <a:r>
              <a:rPr lang="en-IN" sz="2000" dirty="0"/>
              <a:t> &lt; </a:t>
            </a:r>
            <a:r>
              <a:rPr lang="en-IN" sz="2000" dirty="0" err="1"/>
              <a:t>arr.size</a:t>
            </a:r>
            <a:r>
              <a:rPr lang="en-IN" sz="2000" dirty="0"/>
              <a:t>(); </a:t>
            </a:r>
            <a:r>
              <a:rPr lang="en-IN" sz="2000" dirty="0" err="1"/>
              <a:t>i</a:t>
            </a:r>
            <a:r>
              <a:rPr lang="en-IN" sz="2000" dirty="0"/>
              <a:t>++){</a:t>
            </a:r>
          </a:p>
          <a:p>
            <a:pPr marL="0" indent="0">
              <a:buNone/>
            </a:pPr>
            <a:r>
              <a:rPr lang="en-IN" sz="2000" dirty="0"/>
              <a:t>        arr1[</a:t>
            </a:r>
            <a:r>
              <a:rPr lang="en-IN" sz="2000" dirty="0" err="1"/>
              <a:t>arr</a:t>
            </a:r>
            <a:r>
              <a:rPr lang="en-IN" sz="2000" dirty="0"/>
              <a:t>[</a:t>
            </a:r>
            <a:r>
              <a:rPr lang="en-IN" sz="2000" dirty="0" err="1"/>
              <a:t>i</a:t>
            </a:r>
            <a:r>
              <a:rPr lang="en-IN" sz="2000" dirty="0"/>
              <a:t>]]++;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    int count = 0;</a:t>
            </a:r>
          </a:p>
          <a:p>
            <a:pPr marL="0" indent="0">
              <a:buNone/>
            </a:pPr>
            <a:r>
              <a:rPr lang="en-IN" sz="2000" dirty="0"/>
              <a:t>    int </a:t>
            </a:r>
            <a:r>
              <a:rPr lang="en-IN" sz="2000" dirty="0" err="1"/>
              <a:t>maxfreq</a:t>
            </a:r>
            <a:r>
              <a:rPr lang="en-IN" sz="2000" dirty="0"/>
              <a:t> = INT_MAX;</a:t>
            </a:r>
          </a:p>
          <a:p>
            <a:pPr marL="0" indent="0">
              <a:buNone/>
            </a:pPr>
            <a:r>
              <a:rPr lang="en-IN" sz="2000" dirty="0"/>
              <a:t>    for(</a:t>
            </a:r>
            <a:r>
              <a:rPr lang="en-IN" sz="2000" dirty="0" err="1"/>
              <a:t>const</a:t>
            </a:r>
            <a:r>
              <a:rPr lang="en-IN" sz="2000" dirty="0"/>
              <a:t> auto&amp; pair:arr1){</a:t>
            </a:r>
          </a:p>
          <a:p>
            <a:pPr marL="0" indent="0">
              <a:buNone/>
            </a:pPr>
            <a:r>
              <a:rPr lang="en-IN" sz="2000" dirty="0"/>
              <a:t>        if(</a:t>
            </a:r>
            <a:r>
              <a:rPr lang="en-IN" sz="2000" dirty="0" err="1"/>
              <a:t>pair.second</a:t>
            </a:r>
            <a:r>
              <a:rPr lang="en-IN" sz="2000" dirty="0"/>
              <a:t> &gt; count || (</a:t>
            </a:r>
            <a:r>
              <a:rPr lang="en-IN" sz="2000" dirty="0" err="1"/>
              <a:t>pair.second</a:t>
            </a:r>
            <a:r>
              <a:rPr lang="en-IN" sz="2000" dirty="0"/>
              <a:t> == count &amp;&amp; </a:t>
            </a:r>
            <a:r>
              <a:rPr lang="en-IN" sz="2000" dirty="0" err="1"/>
              <a:t>pair.first</a:t>
            </a:r>
            <a:r>
              <a:rPr lang="en-IN" sz="2000" dirty="0"/>
              <a:t> &lt; </a:t>
            </a:r>
            <a:r>
              <a:rPr lang="en-IN" sz="2000" dirty="0" err="1"/>
              <a:t>maxfreq</a:t>
            </a:r>
            <a:r>
              <a:rPr lang="en-IN" sz="2000" dirty="0"/>
              <a:t>)){</a:t>
            </a:r>
          </a:p>
          <a:p>
            <a:pPr marL="0" indent="0">
              <a:buNone/>
            </a:pPr>
            <a:r>
              <a:rPr lang="en-IN" sz="2000" dirty="0"/>
              <a:t>            count = </a:t>
            </a:r>
            <a:r>
              <a:rPr lang="en-IN" sz="2000" dirty="0" err="1"/>
              <a:t>pair.second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maxfreq</a:t>
            </a:r>
            <a:r>
              <a:rPr lang="en-IN" sz="2000" dirty="0"/>
              <a:t> = </a:t>
            </a:r>
            <a:r>
              <a:rPr lang="en-IN" sz="2000" dirty="0" err="1"/>
              <a:t>pair.first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    return </a:t>
            </a:r>
            <a:r>
              <a:rPr lang="en-IN" sz="2000" dirty="0" err="1"/>
              <a:t>maxfreq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B5B92-B1B1-4FE8-654A-46DB245F19A6}"/>
              </a:ext>
            </a:extLst>
          </p:cNvPr>
          <p:cNvSpPr txBox="1"/>
          <p:nvPr/>
        </p:nvSpPr>
        <p:spPr>
          <a:xfrm>
            <a:off x="6589337" y="989814"/>
            <a:ext cx="511246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 </a:t>
            </a:r>
            <a:r>
              <a:rPr lang="en-US" sz="2000" dirty="0" err="1"/>
              <a:t>bird_counts</a:t>
            </a:r>
            <a:r>
              <a:rPr lang="en-US" sz="2000" dirty="0"/>
              <a:t>[6] = {0}; 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for (int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 err="1"/>
              <a:t>arr_count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bird_counts</a:t>
            </a:r>
            <a:r>
              <a:rPr lang="en-US" sz="2000" dirty="0"/>
              <a:t>[</a:t>
            </a:r>
            <a:r>
              <a:rPr lang="en-US" sz="2000" dirty="0" err="1"/>
              <a:t>arr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]]++;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    int </a:t>
            </a:r>
            <a:r>
              <a:rPr lang="en-US" sz="2000" dirty="0" err="1"/>
              <a:t>max_count</a:t>
            </a:r>
            <a:r>
              <a:rPr lang="en-US" sz="2000" dirty="0"/>
              <a:t> = 0, </a:t>
            </a:r>
            <a:r>
              <a:rPr lang="en-US" sz="2000" dirty="0" err="1"/>
              <a:t>most_frequent_bird</a:t>
            </a:r>
            <a:r>
              <a:rPr lang="en-US" sz="2000" dirty="0"/>
              <a:t> = 1;</a:t>
            </a:r>
          </a:p>
          <a:p>
            <a:r>
              <a:rPr lang="en-US" sz="2000" dirty="0"/>
              <a:t>    for (int </a:t>
            </a:r>
            <a:r>
              <a:rPr lang="en-US" sz="2000" dirty="0" err="1"/>
              <a:t>i</a:t>
            </a:r>
            <a:r>
              <a:rPr lang="en-US" sz="2000" dirty="0"/>
              <a:t> = 1; </a:t>
            </a:r>
            <a:r>
              <a:rPr lang="en-US" sz="2000" dirty="0" err="1"/>
              <a:t>i</a:t>
            </a:r>
            <a:r>
              <a:rPr lang="en-US" sz="2000" dirty="0"/>
              <a:t> &lt;= 5;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        if (</a:t>
            </a:r>
            <a:r>
              <a:rPr lang="en-US" sz="2000" dirty="0" err="1"/>
              <a:t>bird_counts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&gt; </a:t>
            </a:r>
            <a:r>
              <a:rPr lang="en-US" sz="2000" dirty="0" err="1"/>
              <a:t>max_count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max_count</a:t>
            </a:r>
            <a:r>
              <a:rPr lang="en-US" sz="2000" dirty="0"/>
              <a:t> = </a:t>
            </a:r>
            <a:r>
              <a:rPr lang="en-US" sz="2000" dirty="0" err="1"/>
              <a:t>bird_counts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];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most_frequent_bird</a:t>
            </a:r>
            <a:r>
              <a:rPr lang="en-US" sz="2000" dirty="0"/>
              <a:t> = 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    return </a:t>
            </a:r>
            <a:r>
              <a:rPr lang="en-US" sz="2000" dirty="0" err="1"/>
              <a:t>most_frequent_bird</a:t>
            </a:r>
            <a:r>
              <a:rPr lang="en-US" sz="2000" dirty="0"/>
              <a:t>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59595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B2F0-3EC9-2C65-FCC9-66331892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A5F5-D88C-2B6D-500D-6048FC50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  <a:t>Day of the Programmer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DCEC-6FEB-1B82-8540-69D54D79B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400" dirty="0"/>
              <a:t>string </a:t>
            </a:r>
            <a:r>
              <a:rPr lang="en-IN" sz="2400" dirty="0" err="1"/>
              <a:t>dayOfProgrammer</a:t>
            </a:r>
            <a:r>
              <a:rPr lang="en-IN" sz="2400" dirty="0"/>
              <a:t>(int year) {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feb</a:t>
            </a:r>
            <a:r>
              <a:rPr lang="en-IN" sz="2400" dirty="0"/>
              <a:t>  = 0 ;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totalday</a:t>
            </a:r>
            <a:r>
              <a:rPr lang="en-IN" sz="2400" dirty="0"/>
              <a:t> = 0;</a:t>
            </a:r>
          </a:p>
          <a:p>
            <a:pPr marL="0" indent="0">
              <a:buNone/>
            </a:pPr>
            <a:r>
              <a:rPr lang="en-IN" sz="2400" dirty="0"/>
              <a:t>    if(year == 1918){</a:t>
            </a:r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lang="en-IN" sz="2400" dirty="0" err="1"/>
              <a:t>feb</a:t>
            </a:r>
            <a:r>
              <a:rPr lang="en-IN" sz="2400" dirty="0"/>
              <a:t> = 15;</a:t>
            </a:r>
          </a:p>
          <a:p>
            <a:pPr marL="0" indent="0">
              <a:buNone/>
            </a:pPr>
            <a:r>
              <a:rPr lang="en-IN" sz="2400" dirty="0"/>
              <a:t>    }else if(year &lt;= 1917){</a:t>
            </a:r>
          </a:p>
          <a:p>
            <a:pPr marL="0" indent="0">
              <a:buNone/>
            </a:pPr>
            <a:r>
              <a:rPr lang="en-IN" sz="2400" dirty="0"/>
              <a:t>        if(year % 4 == 0){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feb</a:t>
            </a:r>
            <a:r>
              <a:rPr lang="en-IN" sz="2400" dirty="0"/>
              <a:t> = 29;</a:t>
            </a:r>
          </a:p>
          <a:p>
            <a:pPr marL="0" indent="0">
              <a:buNone/>
            </a:pPr>
            <a:r>
              <a:rPr lang="en-IN" sz="2400" dirty="0"/>
              <a:t>        }else{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feb</a:t>
            </a:r>
            <a:r>
              <a:rPr lang="en-IN" sz="2400" dirty="0"/>
              <a:t> = 28;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}else{</a:t>
            </a:r>
          </a:p>
          <a:p>
            <a:pPr marL="0" indent="0">
              <a:buNone/>
            </a:pPr>
            <a:r>
              <a:rPr lang="en-IN" sz="2400" dirty="0"/>
              <a:t>        if((year % 4 == 0 &amp;&amp; year % 100 != 0) || (year % 400 == 0)){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feb</a:t>
            </a:r>
            <a:r>
              <a:rPr lang="en-IN" sz="2400" dirty="0"/>
              <a:t> = 29;</a:t>
            </a:r>
          </a:p>
          <a:p>
            <a:pPr marL="0" indent="0">
              <a:buNone/>
            </a:pPr>
            <a:r>
              <a:rPr lang="en-IN" sz="2400" dirty="0"/>
              <a:t>        }else{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feb</a:t>
            </a:r>
            <a:r>
              <a:rPr lang="en-IN" sz="2400" dirty="0"/>
              <a:t> = 28;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totalday</a:t>
            </a:r>
            <a:r>
              <a:rPr lang="en-IN" sz="2400" dirty="0"/>
              <a:t> = 256 - (31 + </a:t>
            </a:r>
            <a:r>
              <a:rPr lang="en-IN" sz="2400" dirty="0" err="1"/>
              <a:t>feb</a:t>
            </a:r>
            <a:r>
              <a:rPr lang="en-IN" sz="2400" dirty="0"/>
              <a:t> + 31 + 30 + 31 + 30 + 31 + 31);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string result;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result += </a:t>
            </a:r>
            <a:r>
              <a:rPr lang="en-IN" sz="2400" dirty="0" err="1"/>
              <a:t>to_string</a:t>
            </a:r>
            <a:r>
              <a:rPr lang="en-IN" sz="2400" dirty="0"/>
              <a:t>(</a:t>
            </a:r>
            <a:r>
              <a:rPr lang="en-IN" sz="2400" dirty="0" err="1"/>
              <a:t>totalday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    result += ".09.";</a:t>
            </a:r>
          </a:p>
          <a:p>
            <a:pPr marL="0" indent="0">
              <a:buNone/>
            </a:pPr>
            <a:r>
              <a:rPr lang="en-IN" sz="2400" dirty="0"/>
              <a:t>    result += </a:t>
            </a:r>
            <a:r>
              <a:rPr lang="en-IN" sz="2400" dirty="0" err="1"/>
              <a:t>to_string</a:t>
            </a:r>
            <a:r>
              <a:rPr lang="en-IN" sz="2400" dirty="0"/>
              <a:t>(year);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return result;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8229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8E51-5A43-BAC9-4E6B-4CF1BC95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3451-3773-8F67-B1CA-88597FAE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0E141E"/>
                </a:solidFill>
                <a:effectLst/>
                <a:latin typeface="var(--font-family-text)"/>
              </a:rPr>
              <a:t>Day of the Programmer (C)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0CFD1-7007-CA89-E3EC-123334C11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11811786" cy="5750351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en-IN" sz="2000" dirty="0"/>
              <a:t>char* </a:t>
            </a:r>
            <a:r>
              <a:rPr lang="en-IN" sz="2000" dirty="0" err="1"/>
              <a:t>dayOfProgrammer</a:t>
            </a:r>
            <a:r>
              <a:rPr lang="en-IN" sz="2000" dirty="0"/>
              <a:t>(int year) {</a:t>
            </a:r>
          </a:p>
          <a:p>
            <a:pPr marL="0" indent="0">
              <a:buNone/>
            </a:pPr>
            <a:r>
              <a:rPr lang="en-IN" sz="2000" dirty="0"/>
              <a:t>    char* res = (char*)malloc(10 * </a:t>
            </a:r>
            <a:r>
              <a:rPr lang="en-IN" sz="2000" dirty="0" err="1"/>
              <a:t>sizeof</a:t>
            </a:r>
            <a:r>
              <a:rPr lang="en-IN" sz="2000" dirty="0"/>
              <a:t>(char));</a:t>
            </a:r>
          </a:p>
          <a:p>
            <a:pPr marL="0" indent="0">
              <a:buNone/>
            </a:pPr>
            <a:r>
              <a:rPr lang="en-IN" sz="2000" dirty="0"/>
              <a:t>    int </a:t>
            </a:r>
            <a:r>
              <a:rPr lang="en-IN" sz="2000" dirty="0" err="1"/>
              <a:t>feb</a:t>
            </a:r>
            <a:r>
              <a:rPr lang="en-IN" sz="2000" dirty="0"/>
              <a:t> = 0;</a:t>
            </a:r>
          </a:p>
          <a:p>
            <a:pPr marL="0" indent="0">
              <a:buNone/>
            </a:pPr>
            <a:r>
              <a:rPr lang="en-IN" sz="2000" dirty="0"/>
              <a:t>    int </a:t>
            </a:r>
            <a:r>
              <a:rPr lang="en-IN" sz="2000" dirty="0" err="1"/>
              <a:t>totalday</a:t>
            </a:r>
            <a:r>
              <a:rPr lang="en-IN" sz="2000" dirty="0"/>
              <a:t> = 0;</a:t>
            </a:r>
          </a:p>
          <a:p>
            <a:pPr marL="0" indent="0">
              <a:buNone/>
            </a:pPr>
            <a:r>
              <a:rPr lang="en-IN" sz="2000" dirty="0"/>
              <a:t>    if(year == 1918){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feb</a:t>
            </a:r>
            <a:r>
              <a:rPr lang="en-IN" sz="2000" dirty="0"/>
              <a:t>  = 15;</a:t>
            </a:r>
          </a:p>
          <a:p>
            <a:pPr marL="0" indent="0">
              <a:buNone/>
            </a:pPr>
            <a:r>
              <a:rPr lang="en-IN" sz="2000" dirty="0"/>
              <a:t>    }else if(year &lt;= 1917){</a:t>
            </a:r>
          </a:p>
          <a:p>
            <a:pPr marL="0" indent="0">
              <a:buNone/>
            </a:pPr>
            <a:r>
              <a:rPr lang="en-IN" sz="2000" dirty="0"/>
              <a:t>        if(year%4 == 0){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feb</a:t>
            </a:r>
            <a:r>
              <a:rPr lang="en-IN" sz="2000" dirty="0"/>
              <a:t>  = 29;</a:t>
            </a:r>
          </a:p>
          <a:p>
            <a:pPr marL="0" indent="0">
              <a:buNone/>
            </a:pPr>
            <a:r>
              <a:rPr lang="en-IN" sz="2000" dirty="0"/>
              <a:t>        }else{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feb</a:t>
            </a:r>
            <a:r>
              <a:rPr lang="en-IN" sz="2000" dirty="0"/>
              <a:t> = 28;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}else{</a:t>
            </a:r>
          </a:p>
          <a:p>
            <a:pPr marL="0" indent="0">
              <a:buNone/>
            </a:pPr>
            <a:r>
              <a:rPr lang="en-IN" sz="2000" dirty="0"/>
              <a:t>        if((year % 400 == 0) || (year%4 == 0 &amp;&amp; year%100 != 0)){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feb</a:t>
            </a:r>
            <a:r>
              <a:rPr lang="en-IN" sz="2000" dirty="0"/>
              <a:t>  = 29;       </a:t>
            </a:r>
          </a:p>
          <a:p>
            <a:pPr marL="0" indent="0">
              <a:buNone/>
            </a:pPr>
            <a:r>
              <a:rPr lang="en-IN" sz="2000" dirty="0"/>
              <a:t>        }else{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feb</a:t>
            </a:r>
            <a:r>
              <a:rPr lang="en-IN" sz="2000" dirty="0"/>
              <a:t> = 28;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    </a:t>
            </a:r>
          </a:p>
          <a:p>
            <a:pPr marL="0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totalday</a:t>
            </a:r>
            <a:r>
              <a:rPr lang="en-IN" sz="2000" dirty="0"/>
              <a:t> = 256-(31 + </a:t>
            </a:r>
            <a:r>
              <a:rPr lang="en-IN" sz="2000" dirty="0" err="1"/>
              <a:t>feb</a:t>
            </a:r>
            <a:r>
              <a:rPr lang="en-IN" sz="2000" dirty="0"/>
              <a:t> + 31 + 30 + 31 + 30 + 31 + 31);</a:t>
            </a:r>
          </a:p>
          <a:p>
            <a:pPr marL="0" indent="0">
              <a:buNone/>
            </a:pPr>
            <a:r>
              <a:rPr lang="en-IN" sz="2000" dirty="0"/>
              <a:t>    res[0] = (</a:t>
            </a:r>
            <a:r>
              <a:rPr lang="en-IN" sz="2000" dirty="0" err="1"/>
              <a:t>totalday</a:t>
            </a:r>
            <a:r>
              <a:rPr lang="en-IN" sz="2000" dirty="0"/>
              <a:t> / 10) + '0';</a:t>
            </a:r>
          </a:p>
          <a:p>
            <a:pPr marL="0" indent="0">
              <a:buNone/>
            </a:pPr>
            <a:r>
              <a:rPr lang="en-IN" sz="2000" dirty="0"/>
              <a:t>    res[1] = (</a:t>
            </a:r>
            <a:r>
              <a:rPr lang="en-IN" sz="2000" dirty="0" err="1"/>
              <a:t>totalday</a:t>
            </a:r>
            <a:r>
              <a:rPr lang="en-IN" sz="2000" dirty="0"/>
              <a:t> % 10) + '0';</a:t>
            </a:r>
          </a:p>
          <a:p>
            <a:pPr marL="0" indent="0">
              <a:buNone/>
            </a:pPr>
            <a:r>
              <a:rPr lang="en-IN" sz="2000" dirty="0"/>
              <a:t>    res[2] = '.';</a:t>
            </a:r>
          </a:p>
          <a:p>
            <a:pPr marL="0" indent="0">
              <a:buNone/>
            </a:pPr>
            <a:r>
              <a:rPr lang="en-IN" sz="2000" dirty="0"/>
              <a:t>    res[3] = '0';</a:t>
            </a:r>
          </a:p>
          <a:p>
            <a:pPr marL="0" indent="0">
              <a:buNone/>
            </a:pPr>
            <a:r>
              <a:rPr lang="en-IN" sz="2000" dirty="0"/>
              <a:t>    res[4] = '9';</a:t>
            </a:r>
          </a:p>
          <a:p>
            <a:pPr marL="0" indent="0">
              <a:buNone/>
            </a:pPr>
            <a:r>
              <a:rPr lang="en-IN" sz="2000" dirty="0"/>
              <a:t>    res[5] = '.';</a:t>
            </a:r>
          </a:p>
          <a:p>
            <a:pPr marL="0" indent="0">
              <a:buNone/>
            </a:pPr>
            <a:r>
              <a:rPr lang="en-IN" sz="2000" dirty="0"/>
              <a:t>    res[6] = (year/1000) % 10 + '0';</a:t>
            </a:r>
          </a:p>
          <a:p>
            <a:pPr marL="0" indent="0">
              <a:buNone/>
            </a:pPr>
            <a:r>
              <a:rPr lang="en-IN" sz="2000" dirty="0"/>
              <a:t>    res[7] = (year/100) % 10 + '0';</a:t>
            </a:r>
          </a:p>
          <a:p>
            <a:pPr marL="0" indent="0">
              <a:buNone/>
            </a:pPr>
            <a:r>
              <a:rPr lang="en-IN" sz="2000" dirty="0"/>
              <a:t>    res[8] = (year/10) % 10 + '0';</a:t>
            </a:r>
          </a:p>
          <a:p>
            <a:pPr marL="0" indent="0">
              <a:buNone/>
            </a:pPr>
            <a:r>
              <a:rPr lang="en-IN" sz="2000" dirty="0"/>
              <a:t>    res[9] = (year%10) + '0'; </a:t>
            </a:r>
          </a:p>
          <a:p>
            <a:pPr marL="0" indent="0">
              <a:buNone/>
            </a:pPr>
            <a:r>
              <a:rPr lang="en-IN" sz="2000" dirty="0"/>
              <a:t>     </a:t>
            </a:r>
          </a:p>
          <a:p>
            <a:pPr marL="0" indent="0">
              <a:buNone/>
            </a:pPr>
            <a:r>
              <a:rPr lang="en-IN" sz="2000" dirty="0"/>
              <a:t>    return res;  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4191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E8D05-C68E-3D02-DBF9-DA56B936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2432-2077-AE94-7DDF-1A980BCE8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7</a:t>
            </a:r>
          </a:p>
        </p:txBody>
      </p:sp>
    </p:spTree>
    <p:extLst>
      <p:ext uri="{BB962C8B-B14F-4D97-AF65-F5344CB8AC3E}">
        <p14:creationId xmlns:p14="http://schemas.microsoft.com/office/powerpoint/2010/main" val="1171239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FC48-B530-9C0B-1D5B-493EEABB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4733-F31B-20E7-CA1B-3B5BD49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Bon Appétit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88437-EAA8-6A6E-691C-B397859B1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5" y="989814"/>
            <a:ext cx="5705181" cy="5750351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IN" sz="1600" dirty="0"/>
              <a:t>void </a:t>
            </a:r>
            <a:r>
              <a:rPr lang="en-IN" sz="1600" dirty="0" err="1"/>
              <a:t>bonAppetit</a:t>
            </a:r>
            <a:r>
              <a:rPr lang="en-IN" sz="1600" dirty="0"/>
              <a:t>(vector&lt;int&gt; bill, int k, int b) {</a:t>
            </a:r>
          </a:p>
          <a:p>
            <a:pPr marL="0" indent="0">
              <a:buNone/>
            </a:pPr>
            <a:r>
              <a:rPr lang="en-IN" sz="1600" dirty="0"/>
              <a:t>    int sum = 0;</a:t>
            </a:r>
          </a:p>
          <a:p>
            <a:pPr marL="0" indent="0">
              <a:buNone/>
            </a:pPr>
            <a:r>
              <a:rPr lang="en-IN" sz="1600" dirty="0"/>
              <a:t>    for(int </a:t>
            </a:r>
            <a:r>
              <a:rPr lang="en-IN" sz="1600" dirty="0" err="1"/>
              <a:t>i</a:t>
            </a:r>
            <a:r>
              <a:rPr lang="en-IN" sz="1600" dirty="0"/>
              <a:t> = 0;  </a:t>
            </a:r>
            <a:r>
              <a:rPr lang="en-IN" sz="1600" dirty="0" err="1"/>
              <a:t>i</a:t>
            </a:r>
            <a:r>
              <a:rPr lang="en-IN" sz="1600" dirty="0"/>
              <a:t> &lt; </a:t>
            </a:r>
            <a:r>
              <a:rPr lang="en-IN" sz="1600" dirty="0" err="1"/>
              <a:t>bill.size</a:t>
            </a:r>
            <a:r>
              <a:rPr lang="en-IN" sz="1600" dirty="0"/>
              <a:t>(); </a:t>
            </a:r>
            <a:r>
              <a:rPr lang="en-IN" sz="1600" dirty="0" err="1"/>
              <a:t>i</a:t>
            </a:r>
            <a:r>
              <a:rPr lang="en-IN" sz="1600" dirty="0"/>
              <a:t>++){</a:t>
            </a:r>
          </a:p>
          <a:p>
            <a:pPr marL="0" indent="0">
              <a:buNone/>
            </a:pPr>
            <a:r>
              <a:rPr lang="en-IN" sz="1600" dirty="0"/>
              <a:t>        if( </a:t>
            </a:r>
            <a:r>
              <a:rPr lang="en-IN" sz="1600" dirty="0" err="1"/>
              <a:t>i</a:t>
            </a:r>
            <a:r>
              <a:rPr lang="en-IN" sz="1600" dirty="0"/>
              <a:t> == k){</a:t>
            </a:r>
          </a:p>
          <a:p>
            <a:pPr marL="0" indent="0">
              <a:buNone/>
            </a:pPr>
            <a:r>
              <a:rPr lang="en-IN" sz="1600" dirty="0"/>
              <a:t>            continue;</a:t>
            </a:r>
          </a:p>
          <a:p>
            <a:pPr marL="0" indent="0">
              <a:buNone/>
            </a:pPr>
            <a:r>
              <a:rPr lang="en-IN" sz="1600" dirty="0"/>
              <a:t>        }else{</a:t>
            </a:r>
          </a:p>
          <a:p>
            <a:pPr marL="0" indent="0">
              <a:buNone/>
            </a:pPr>
            <a:r>
              <a:rPr lang="en-IN" sz="1600" dirty="0"/>
              <a:t>            sum += bill[</a:t>
            </a:r>
            <a:r>
              <a:rPr lang="en-IN" sz="1600" dirty="0" err="1"/>
              <a:t>i</a:t>
            </a:r>
            <a:r>
              <a:rPr lang="en-IN" sz="1600" dirty="0"/>
              <a:t>];</a:t>
            </a:r>
          </a:p>
          <a:p>
            <a:pPr marL="0" indent="0">
              <a:buNone/>
            </a:pPr>
            <a:r>
              <a:rPr lang="en-IN" sz="1600" dirty="0"/>
              <a:t>        }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    int </a:t>
            </a:r>
            <a:r>
              <a:rPr lang="en-IN" sz="1600" dirty="0" err="1"/>
              <a:t>b_actual</a:t>
            </a:r>
            <a:r>
              <a:rPr lang="en-IN" sz="1600" dirty="0"/>
              <a:t> = sum/2;</a:t>
            </a:r>
          </a:p>
          <a:p>
            <a:pPr marL="0" indent="0">
              <a:buNone/>
            </a:pPr>
            <a:r>
              <a:rPr lang="en-IN" sz="1600" dirty="0"/>
              <a:t>    if(</a:t>
            </a:r>
            <a:r>
              <a:rPr lang="en-IN" sz="1600" dirty="0" err="1"/>
              <a:t>b_actual</a:t>
            </a:r>
            <a:r>
              <a:rPr lang="en-IN" sz="1600" dirty="0"/>
              <a:t> &gt;= b){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cout</a:t>
            </a:r>
            <a:r>
              <a:rPr lang="en-IN" sz="1600" dirty="0"/>
              <a:t> &lt;&lt;"Bon Appetit";</a:t>
            </a:r>
          </a:p>
          <a:p>
            <a:pPr marL="0" indent="0">
              <a:buNone/>
            </a:pPr>
            <a:r>
              <a:rPr lang="en-IN" sz="1600" dirty="0"/>
              <a:t>    }else{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cout</a:t>
            </a:r>
            <a:r>
              <a:rPr lang="en-IN" sz="1600" dirty="0"/>
              <a:t> &lt;&lt; b - </a:t>
            </a:r>
            <a:r>
              <a:rPr lang="en-IN" sz="1600" dirty="0" err="1"/>
              <a:t>b_actual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7C8A9-218A-E5F5-6BE2-A30C9E113EED}"/>
              </a:ext>
            </a:extLst>
          </p:cNvPr>
          <p:cNvSpPr txBox="1"/>
          <p:nvPr/>
        </p:nvSpPr>
        <p:spPr>
          <a:xfrm>
            <a:off x="5921997" y="989814"/>
            <a:ext cx="60944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</a:t>
            </a:r>
            <a:r>
              <a:rPr lang="en-IN" dirty="0" err="1"/>
              <a:t>bonAppetit</a:t>
            </a:r>
            <a:r>
              <a:rPr lang="en-IN" dirty="0"/>
              <a:t>(int </a:t>
            </a:r>
            <a:r>
              <a:rPr lang="en-IN" dirty="0" err="1"/>
              <a:t>bill_count</a:t>
            </a:r>
            <a:r>
              <a:rPr lang="en-IN" dirty="0"/>
              <a:t>, int* bill, int k, int b) {</a:t>
            </a:r>
          </a:p>
          <a:p>
            <a:r>
              <a:rPr lang="en-IN" dirty="0"/>
              <a:t>    int sum = 0;</a:t>
            </a:r>
          </a:p>
          <a:p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bill_count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r>
              <a:rPr lang="en-IN" dirty="0"/>
              <a:t>        if(</a:t>
            </a:r>
            <a:r>
              <a:rPr lang="en-IN" dirty="0" err="1"/>
              <a:t>i</a:t>
            </a:r>
            <a:r>
              <a:rPr lang="en-IN" dirty="0"/>
              <a:t> == k){</a:t>
            </a:r>
          </a:p>
          <a:p>
            <a:r>
              <a:rPr lang="en-IN" dirty="0"/>
              <a:t>            continue;</a:t>
            </a:r>
          </a:p>
          <a:p>
            <a:r>
              <a:rPr lang="en-IN" dirty="0"/>
              <a:t>        }else{</a:t>
            </a:r>
          </a:p>
          <a:p>
            <a:r>
              <a:rPr lang="en-IN" dirty="0"/>
              <a:t>            sum += bill[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if((sum/2) != b){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("%d", abs((sum/2)-b));</a:t>
            </a:r>
          </a:p>
          <a:p>
            <a:r>
              <a:rPr lang="en-IN" dirty="0"/>
              <a:t>    }else{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("Bon Appetit");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3982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A0A2-CE32-EAF1-A52C-9CCC3881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ED3-99A3-8A72-4E7C-889C2D93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dirty="0"/>
              <a:t>sock-merchant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79AF-9EE2-9B3D-F66B-DD39EF836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6070862" cy="5750351"/>
          </a:xfrm>
        </p:spPr>
        <p:txBody>
          <a:bodyPr numCol="3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int </a:t>
            </a:r>
            <a:r>
              <a:rPr lang="en-IN" sz="2400" dirty="0" err="1"/>
              <a:t>sockMerchant</a:t>
            </a:r>
            <a:r>
              <a:rPr lang="en-IN" sz="2400" dirty="0"/>
              <a:t>(int n, vector&lt;int&gt; </a:t>
            </a:r>
            <a:r>
              <a:rPr lang="en-IN" sz="2400" dirty="0" err="1"/>
              <a:t>ar</a:t>
            </a:r>
            <a:r>
              <a:rPr lang="en-IN" sz="240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map&lt;</a:t>
            </a:r>
            <a:r>
              <a:rPr lang="en-IN" sz="2400" dirty="0" err="1"/>
              <a:t>int,int</a:t>
            </a:r>
            <a:r>
              <a:rPr lang="en-IN" sz="2400" dirty="0"/>
              <a:t>&gt; </a:t>
            </a:r>
            <a:r>
              <a:rPr lang="en-IN" sz="2400" dirty="0" err="1"/>
              <a:t>mp</a:t>
            </a:r>
            <a:r>
              <a:rPr lang="en-IN" sz="2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int sum =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n ; </a:t>
            </a:r>
            <a:r>
              <a:rPr lang="en-IN" sz="2400" dirty="0" err="1"/>
              <a:t>i</a:t>
            </a:r>
            <a:r>
              <a:rPr lang="en-IN" sz="2400" dirty="0"/>
              <a:t>++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    </a:t>
            </a:r>
            <a:r>
              <a:rPr lang="en-IN" sz="2400" dirty="0" err="1"/>
              <a:t>mp</a:t>
            </a:r>
            <a:r>
              <a:rPr lang="en-IN" sz="2400" dirty="0"/>
              <a:t>[</a:t>
            </a:r>
            <a:r>
              <a:rPr lang="en-IN" sz="2400" dirty="0" err="1"/>
              <a:t>ar</a:t>
            </a:r>
            <a:r>
              <a:rPr lang="en-IN" sz="2400" dirty="0"/>
              <a:t>[</a:t>
            </a:r>
            <a:r>
              <a:rPr lang="en-IN" sz="2400" dirty="0" err="1"/>
              <a:t>i</a:t>
            </a:r>
            <a:r>
              <a:rPr lang="en-IN" sz="2400" dirty="0"/>
              <a:t>]]++;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for(</a:t>
            </a:r>
            <a:r>
              <a:rPr lang="en-IN" sz="2400" dirty="0" err="1"/>
              <a:t>const</a:t>
            </a:r>
            <a:r>
              <a:rPr lang="en-IN" sz="2400" dirty="0"/>
              <a:t> auto&amp; </a:t>
            </a:r>
            <a:r>
              <a:rPr lang="en-IN" sz="2400" dirty="0" err="1"/>
              <a:t>pair:mp</a:t>
            </a:r>
            <a:r>
              <a:rPr lang="en-IN" sz="240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    if(</a:t>
            </a:r>
            <a:r>
              <a:rPr lang="en-IN" sz="2400" dirty="0" err="1"/>
              <a:t>pair.second</a:t>
            </a:r>
            <a:r>
              <a:rPr lang="en-IN" sz="2400" dirty="0"/>
              <a:t> % 2 == 0 ){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        sum += (</a:t>
            </a:r>
            <a:r>
              <a:rPr lang="en-IN" sz="2400" dirty="0" err="1"/>
              <a:t>pair.second</a:t>
            </a:r>
            <a:r>
              <a:rPr lang="en-IN" sz="2400" dirty="0"/>
              <a:t>/2);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    }else if(</a:t>
            </a:r>
            <a:r>
              <a:rPr lang="en-IN" sz="2400" dirty="0" err="1"/>
              <a:t>pair.second</a:t>
            </a:r>
            <a:r>
              <a:rPr lang="en-IN" sz="2400" dirty="0"/>
              <a:t> % 2 == 1){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        sum += (</a:t>
            </a:r>
            <a:r>
              <a:rPr lang="en-IN" sz="2400" dirty="0" err="1"/>
              <a:t>pair.second</a:t>
            </a:r>
            <a:r>
              <a:rPr lang="en-IN" sz="2400" dirty="0"/>
              <a:t>/2);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   return sum;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97D80-DA58-6187-4ADF-1BD76FD5DB2C}"/>
              </a:ext>
            </a:extLst>
          </p:cNvPr>
          <p:cNvSpPr txBox="1"/>
          <p:nvPr/>
        </p:nvSpPr>
        <p:spPr>
          <a:xfrm>
            <a:off x="6096000" y="1063320"/>
            <a:ext cx="587918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 </a:t>
            </a:r>
            <a:r>
              <a:rPr lang="en-US" sz="2000" dirty="0" err="1"/>
              <a:t>sockMerchant</a:t>
            </a:r>
            <a:r>
              <a:rPr lang="en-US" sz="2000" dirty="0"/>
              <a:t>(int n, int </a:t>
            </a:r>
            <a:r>
              <a:rPr lang="en-US" sz="2000" dirty="0" err="1"/>
              <a:t>ar_count</a:t>
            </a:r>
            <a:r>
              <a:rPr lang="en-US" sz="2000" dirty="0"/>
              <a:t>, int* </a:t>
            </a:r>
            <a:r>
              <a:rPr lang="en-US" sz="2000" dirty="0" err="1"/>
              <a:t>ar</a:t>
            </a:r>
            <a:r>
              <a:rPr lang="en-US" sz="2000" dirty="0"/>
              <a:t>) {</a:t>
            </a:r>
          </a:p>
          <a:p>
            <a:r>
              <a:rPr lang="en-US" sz="2000" dirty="0"/>
              <a:t>    int m[101]={0},count = 0;</a:t>
            </a:r>
          </a:p>
          <a:p>
            <a:r>
              <a:rPr lang="en-US" sz="2000" dirty="0"/>
              <a:t>     </a:t>
            </a:r>
          </a:p>
          <a:p>
            <a:r>
              <a:rPr lang="en-US" sz="2000" dirty="0"/>
              <a:t>    for(int </a:t>
            </a:r>
            <a:r>
              <a:rPr lang="en-US" sz="2000" dirty="0" err="1"/>
              <a:t>i</a:t>
            </a:r>
            <a:r>
              <a:rPr lang="en-US" sz="2000" dirty="0"/>
              <a:t> = 0 ; </a:t>
            </a:r>
            <a:r>
              <a:rPr lang="en-US" sz="2000" dirty="0" err="1"/>
              <a:t>i</a:t>
            </a:r>
            <a:r>
              <a:rPr lang="en-US" sz="2000" dirty="0"/>
              <a:t>&lt;n; </a:t>
            </a:r>
            <a:r>
              <a:rPr lang="en-US" sz="2000" dirty="0" err="1"/>
              <a:t>i</a:t>
            </a:r>
            <a:r>
              <a:rPr lang="en-US" sz="2000" dirty="0"/>
              <a:t>++ ){</a:t>
            </a:r>
          </a:p>
          <a:p>
            <a:r>
              <a:rPr lang="en-US" sz="2000" dirty="0"/>
              <a:t>        m[</a:t>
            </a:r>
            <a:r>
              <a:rPr lang="en-US" sz="2000" dirty="0" err="1"/>
              <a:t>ar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]]++;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    for(int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101; </a:t>
            </a:r>
            <a:r>
              <a:rPr lang="en-US" sz="2000" dirty="0" err="1"/>
              <a:t>i</a:t>
            </a:r>
            <a:r>
              <a:rPr lang="en-US" sz="2000" dirty="0"/>
              <a:t>++){</a:t>
            </a:r>
          </a:p>
          <a:p>
            <a:r>
              <a:rPr lang="en-US" sz="2000" dirty="0"/>
              <a:t>        count += m[</a:t>
            </a:r>
            <a:r>
              <a:rPr lang="en-US" sz="2000" dirty="0" err="1"/>
              <a:t>i</a:t>
            </a:r>
            <a:r>
              <a:rPr lang="en-US" sz="2000" dirty="0"/>
              <a:t>] / 2; // Each pair is counted as (count / 2)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    return count;</a:t>
            </a:r>
          </a:p>
          <a:p>
            <a:r>
              <a:rPr lang="en-US" sz="2000" dirty="0"/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00078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1A4D0-5664-1804-C07B-9E345C97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79BD-C457-FF35-DEF0-80A8D413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dirty="0"/>
              <a:t>Drawing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15953-8B94-2435-911D-13861EE34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5165889" cy="5750351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IN" sz="2400" dirty="0"/>
              <a:t>int </a:t>
            </a:r>
            <a:r>
              <a:rPr lang="en-IN" sz="2400" dirty="0" err="1"/>
              <a:t>pageCount</a:t>
            </a:r>
            <a:r>
              <a:rPr lang="en-IN" sz="2400" dirty="0"/>
              <a:t>(int n, int p) {</a:t>
            </a:r>
          </a:p>
          <a:p>
            <a:pPr marL="0" indent="0">
              <a:buNone/>
            </a:pPr>
            <a:r>
              <a:rPr lang="en-IN" sz="2400" dirty="0"/>
              <a:t>    int </a:t>
            </a:r>
            <a:r>
              <a:rPr lang="en-IN" sz="2400" dirty="0" err="1"/>
              <a:t>f,b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f = p / 2;</a:t>
            </a:r>
          </a:p>
          <a:p>
            <a:pPr marL="0" indent="0">
              <a:buNone/>
            </a:pPr>
            <a:r>
              <a:rPr lang="en-IN" sz="2400" dirty="0"/>
              <a:t>    </a:t>
            </a:r>
          </a:p>
          <a:p>
            <a:pPr marL="0" indent="0">
              <a:buNone/>
            </a:pPr>
            <a:r>
              <a:rPr lang="en-IN" sz="2400" dirty="0"/>
              <a:t>    if(n%2 == 0){</a:t>
            </a:r>
          </a:p>
          <a:p>
            <a:pPr marL="0" indent="0">
              <a:buNone/>
            </a:pPr>
            <a:r>
              <a:rPr lang="en-IN" sz="2400" dirty="0"/>
              <a:t>        b = (n-p+1)/2;</a:t>
            </a:r>
          </a:p>
          <a:p>
            <a:pPr marL="0" indent="0">
              <a:buNone/>
            </a:pPr>
            <a:r>
              <a:rPr lang="en-IN" sz="2400" dirty="0"/>
              <a:t>    }else{</a:t>
            </a:r>
          </a:p>
          <a:p>
            <a:pPr marL="0" indent="0">
              <a:buNone/>
            </a:pPr>
            <a:r>
              <a:rPr lang="en-IN" sz="2400" dirty="0"/>
              <a:t>        b =(n-p)/2;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    return min(</a:t>
            </a:r>
            <a:r>
              <a:rPr lang="en-IN" sz="2400" dirty="0" err="1"/>
              <a:t>f,b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9CBC4-9A77-2037-6140-09526D039C59}"/>
              </a:ext>
            </a:extLst>
          </p:cNvPr>
          <p:cNvSpPr txBox="1"/>
          <p:nvPr/>
        </p:nvSpPr>
        <p:spPr>
          <a:xfrm>
            <a:off x="5507610" y="1346123"/>
            <a:ext cx="63607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int </a:t>
            </a:r>
            <a:r>
              <a:rPr lang="en-IN" sz="2400" dirty="0" err="1"/>
              <a:t>f,b</a:t>
            </a:r>
            <a:r>
              <a:rPr lang="en-IN" sz="2400" dirty="0"/>
              <a:t>;</a:t>
            </a:r>
          </a:p>
          <a:p>
            <a:r>
              <a:rPr lang="en-IN" sz="2400" dirty="0"/>
              <a:t>    f=p/2;</a:t>
            </a:r>
          </a:p>
          <a:p>
            <a:r>
              <a:rPr lang="en-IN" sz="2400" dirty="0"/>
              <a:t>    if(n % 2 == 0){</a:t>
            </a:r>
          </a:p>
          <a:p>
            <a:r>
              <a:rPr lang="en-IN" sz="2400" dirty="0"/>
              <a:t>        b = (n-p+1)/2;</a:t>
            </a:r>
          </a:p>
          <a:p>
            <a:r>
              <a:rPr lang="en-IN" sz="2400" dirty="0"/>
              <a:t>    }else{</a:t>
            </a:r>
          </a:p>
          <a:p>
            <a:r>
              <a:rPr lang="en-IN" sz="2400" dirty="0"/>
              <a:t>        b = (n-p)/2;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if(f &lt; b){</a:t>
            </a:r>
          </a:p>
          <a:p>
            <a:r>
              <a:rPr lang="en-IN" sz="2400" dirty="0"/>
              <a:t>        return f;</a:t>
            </a:r>
          </a:p>
          <a:p>
            <a:r>
              <a:rPr lang="en-IN" sz="2400" dirty="0"/>
              <a:t>    }else{</a:t>
            </a:r>
          </a:p>
          <a:p>
            <a:r>
              <a:rPr lang="en-IN" sz="2400" dirty="0"/>
              <a:t>        return b;</a:t>
            </a:r>
          </a:p>
          <a:p>
            <a:r>
              <a:rPr lang="en-IN" sz="24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025702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FAC7-DD63-436C-F21F-BBB4364EC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3790-35E8-3F86-A3F5-EB7EF4AA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8</a:t>
            </a:r>
          </a:p>
        </p:txBody>
      </p:sp>
    </p:spTree>
    <p:extLst>
      <p:ext uri="{BB962C8B-B14F-4D97-AF65-F5344CB8AC3E}">
        <p14:creationId xmlns:p14="http://schemas.microsoft.com/office/powerpoint/2010/main" val="444961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7E14-C35D-D781-CCD2-4009CD06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56E5-904C-8DFF-6262-4F919179C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Counting Valleys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263C7-FAEA-63B8-AE80-C77E4624A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5222450" cy="5750351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IN" sz="2000" dirty="0"/>
              <a:t>int </a:t>
            </a:r>
            <a:r>
              <a:rPr lang="en-IN" sz="2000" dirty="0" err="1"/>
              <a:t>countingValleys</a:t>
            </a:r>
            <a:r>
              <a:rPr lang="en-IN" sz="2000" dirty="0"/>
              <a:t>(int steps, string path) {</a:t>
            </a:r>
          </a:p>
          <a:p>
            <a:pPr marL="0" indent="0">
              <a:buNone/>
            </a:pPr>
            <a:r>
              <a:rPr lang="en-IN" sz="2000" dirty="0"/>
              <a:t>    int alt=0,val=0;</a:t>
            </a:r>
          </a:p>
          <a:p>
            <a:pPr marL="0" indent="0">
              <a:buNone/>
            </a:pPr>
            <a:r>
              <a:rPr lang="en-IN" sz="2000" dirty="0"/>
              <a:t>    for(char c : path){</a:t>
            </a:r>
          </a:p>
          <a:p>
            <a:pPr marL="0" indent="0">
              <a:buNone/>
            </a:pPr>
            <a:r>
              <a:rPr lang="en-IN" sz="2000" dirty="0"/>
              <a:t>        if(c == 'U'){</a:t>
            </a:r>
          </a:p>
          <a:p>
            <a:pPr marL="0" indent="0">
              <a:buNone/>
            </a:pPr>
            <a:r>
              <a:rPr lang="en-IN" sz="2000" dirty="0"/>
              <a:t>            alt++;</a:t>
            </a:r>
          </a:p>
          <a:p>
            <a:pPr marL="0" indent="0">
              <a:buNone/>
            </a:pPr>
            <a:r>
              <a:rPr lang="en-IN" sz="2000" dirty="0"/>
              <a:t>        }else if(c == 'D'){</a:t>
            </a:r>
          </a:p>
          <a:p>
            <a:pPr marL="0" indent="0">
              <a:buNone/>
            </a:pPr>
            <a:r>
              <a:rPr lang="en-IN" sz="2000" dirty="0"/>
              <a:t>            alt--;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    if(alt == 0 &amp;&amp; c == 'U'){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val</a:t>
            </a:r>
            <a:r>
              <a:rPr lang="en-IN" sz="2000" dirty="0"/>
              <a:t>++;</a:t>
            </a:r>
          </a:p>
          <a:p>
            <a:pPr marL="0" indent="0">
              <a:buNone/>
            </a:pPr>
            <a:r>
              <a:rPr lang="en-IN" sz="2000" dirty="0"/>
              <a:t>        }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    return </a:t>
            </a:r>
            <a:r>
              <a:rPr lang="en-IN" sz="2000" dirty="0" err="1"/>
              <a:t>val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A74AD-5980-F1C9-672E-859909465859}"/>
              </a:ext>
            </a:extLst>
          </p:cNvPr>
          <p:cNvSpPr txBox="1"/>
          <p:nvPr/>
        </p:nvSpPr>
        <p:spPr>
          <a:xfrm>
            <a:off x="5799841" y="1061294"/>
            <a:ext cx="60944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</a:t>
            </a:r>
            <a:r>
              <a:rPr lang="en-IN" sz="2400" b="0" dirty="0" err="1">
                <a:effectLst/>
                <a:latin typeface="SourceCodePro"/>
              </a:rPr>
              <a:t>countingValleys</a:t>
            </a:r>
            <a:r>
              <a:rPr lang="en-IN" sz="2400" b="0" dirty="0">
                <a:effectLst/>
                <a:latin typeface="SourceCodePro"/>
              </a:rPr>
              <a:t>(int steps, char* path) 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int alt = 0, </a:t>
            </a:r>
            <a:r>
              <a:rPr lang="en-IN" sz="2400" b="0" dirty="0" err="1">
                <a:effectLst/>
                <a:latin typeface="SourceCodePro"/>
              </a:rPr>
              <a:t>val</a:t>
            </a:r>
            <a:r>
              <a:rPr lang="en-IN" sz="2400" b="0" dirty="0">
                <a:effectLst/>
                <a:latin typeface="SourceCodePro"/>
              </a:rPr>
              <a:t> = 0; 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for(int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= 0;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&lt; steps;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++){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if(path[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== 'U'){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alt++;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}else if(path[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== 'D'){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alt--;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if(alt == 0 &amp;&amp; path[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== 'U'){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</a:t>
            </a:r>
            <a:r>
              <a:rPr lang="en-IN" sz="2400" b="0" dirty="0" err="1">
                <a:effectLst/>
                <a:latin typeface="SourceCodePro"/>
              </a:rPr>
              <a:t>val</a:t>
            </a:r>
            <a:r>
              <a:rPr lang="en-IN" sz="2400" b="0" dirty="0">
                <a:effectLst/>
                <a:latin typeface="SourceCodePro"/>
              </a:rPr>
              <a:t>++;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</a:t>
            </a:r>
            <a:r>
              <a:rPr lang="en-IN" sz="2400" b="0" dirty="0" err="1">
                <a:effectLst/>
                <a:latin typeface="SourceCodePro"/>
              </a:rPr>
              <a:t>val</a:t>
            </a:r>
            <a:r>
              <a:rPr lang="en-IN" sz="2400" b="0" dirty="0">
                <a:effectLst/>
                <a:latin typeface="SourceCodePro"/>
              </a:rPr>
              <a:t>;</a:t>
            </a:r>
          </a:p>
          <a:p>
            <a:r>
              <a:rPr lang="en-IN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3239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B4C2-5478-3D51-F966-A312931E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AE33-1C78-91E0-374B-3B8F15A13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4" y="117835"/>
            <a:ext cx="10863606" cy="871979"/>
          </a:xfrm>
        </p:spPr>
        <p:txBody>
          <a:bodyPr>
            <a:normAutofit/>
          </a:bodyPr>
          <a:lstStyle/>
          <a:p>
            <a:r>
              <a:rPr lang="en-IN" b="1" dirty="0"/>
              <a:t>Electronics 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E96FD-1FDA-FAC0-8CF0-0F491110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989814"/>
            <a:ext cx="5109328" cy="5750351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IN" sz="1800" dirty="0"/>
              <a:t>int </a:t>
            </a:r>
            <a:r>
              <a:rPr lang="en-IN" sz="1800" dirty="0" err="1"/>
              <a:t>getMoneySpent</a:t>
            </a:r>
            <a:r>
              <a:rPr lang="en-IN" sz="1800" dirty="0"/>
              <a:t>(vector&lt;int&gt; keyboards, vector&lt;int&gt; drives, int b) {</a:t>
            </a:r>
          </a:p>
          <a:p>
            <a:pPr marL="0" indent="0">
              <a:buNone/>
            </a:pPr>
            <a:r>
              <a:rPr lang="en-IN" sz="1800" dirty="0"/>
              <a:t>    int c = 0;</a:t>
            </a:r>
          </a:p>
          <a:p>
            <a:pPr marL="0" indent="0">
              <a:buNone/>
            </a:pPr>
            <a:r>
              <a:rPr lang="en-IN" sz="1800" dirty="0"/>
              <a:t>    for(int </a:t>
            </a:r>
            <a:r>
              <a:rPr lang="en-IN" sz="1800" dirty="0" err="1"/>
              <a:t>i</a:t>
            </a:r>
            <a:r>
              <a:rPr lang="en-IN" sz="1800" dirty="0"/>
              <a:t> = 0; </a:t>
            </a:r>
            <a:r>
              <a:rPr lang="en-IN" sz="1800" dirty="0" err="1"/>
              <a:t>i</a:t>
            </a:r>
            <a:r>
              <a:rPr lang="en-IN" sz="1800" dirty="0"/>
              <a:t> &lt; </a:t>
            </a:r>
            <a:r>
              <a:rPr lang="en-IN" sz="1800" dirty="0" err="1"/>
              <a:t>keyboards.size</a:t>
            </a:r>
            <a:r>
              <a:rPr lang="en-IN" sz="1800" dirty="0"/>
              <a:t>(); </a:t>
            </a:r>
            <a:r>
              <a:rPr lang="en-IN" sz="1800" dirty="0" err="1"/>
              <a:t>i</a:t>
            </a:r>
            <a:r>
              <a:rPr lang="en-IN" sz="1800" dirty="0"/>
              <a:t>++){</a:t>
            </a:r>
          </a:p>
          <a:p>
            <a:pPr marL="0" indent="0">
              <a:buNone/>
            </a:pPr>
            <a:r>
              <a:rPr lang="en-IN" sz="1800" dirty="0"/>
              <a:t>        for(int j = 0; j &lt; </a:t>
            </a:r>
            <a:r>
              <a:rPr lang="en-IN" sz="1800" dirty="0" err="1"/>
              <a:t>drives.size</a:t>
            </a:r>
            <a:r>
              <a:rPr lang="en-IN" sz="1800" dirty="0"/>
              <a:t>(); </a:t>
            </a:r>
            <a:r>
              <a:rPr lang="en-IN" sz="1800" dirty="0" err="1"/>
              <a:t>j++</a:t>
            </a:r>
            <a:r>
              <a:rPr lang="en-IN" sz="1800" dirty="0"/>
              <a:t>){</a:t>
            </a:r>
          </a:p>
          <a:p>
            <a:pPr marL="0" indent="0">
              <a:buNone/>
            </a:pPr>
            <a:r>
              <a:rPr lang="en-IN" sz="1800" dirty="0"/>
              <a:t>            if(keyboards[</a:t>
            </a:r>
            <a:r>
              <a:rPr lang="en-IN" sz="1800" dirty="0" err="1"/>
              <a:t>i</a:t>
            </a:r>
            <a:r>
              <a:rPr lang="en-IN" sz="1800" dirty="0"/>
              <a:t>]+drives[j] &lt;= b){</a:t>
            </a:r>
          </a:p>
          <a:p>
            <a:pPr marL="0" indent="0">
              <a:buNone/>
            </a:pPr>
            <a:r>
              <a:rPr lang="en-IN" sz="1800" dirty="0"/>
              <a:t>                c = max(</a:t>
            </a:r>
            <a:r>
              <a:rPr lang="en-IN" sz="1800" dirty="0" err="1"/>
              <a:t>c,keyboards</a:t>
            </a:r>
            <a:r>
              <a:rPr lang="en-IN" sz="1800" dirty="0"/>
              <a:t>[</a:t>
            </a:r>
            <a:r>
              <a:rPr lang="en-IN" sz="1800" dirty="0" err="1"/>
              <a:t>i</a:t>
            </a:r>
            <a:r>
              <a:rPr lang="en-IN" sz="1800" dirty="0"/>
              <a:t>]+drives[j]);       </a:t>
            </a:r>
          </a:p>
          <a:p>
            <a:pPr marL="0" indent="0">
              <a:buNone/>
            </a:pPr>
            <a:r>
              <a:rPr lang="en-IN" sz="1800" dirty="0"/>
              <a:t>            }    </a:t>
            </a:r>
          </a:p>
          <a:p>
            <a:pPr marL="0" indent="0">
              <a:buNone/>
            </a:pPr>
            <a:r>
              <a:rPr lang="en-IN" sz="1800" dirty="0"/>
              <a:t>        }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    if(c == 0){</a:t>
            </a:r>
          </a:p>
          <a:p>
            <a:pPr marL="0" indent="0">
              <a:buNone/>
            </a:pPr>
            <a:r>
              <a:rPr lang="en-IN" sz="1800" dirty="0"/>
              <a:t>        return -1;</a:t>
            </a:r>
          </a:p>
          <a:p>
            <a:pPr marL="0" indent="0">
              <a:buNone/>
            </a:pPr>
            <a:r>
              <a:rPr lang="en-IN" sz="1800" dirty="0"/>
              <a:t>    }else{</a:t>
            </a:r>
          </a:p>
          <a:p>
            <a:pPr marL="0" indent="0">
              <a:buNone/>
            </a:pPr>
            <a:r>
              <a:rPr lang="en-IN" sz="1800" dirty="0"/>
              <a:t>        return c;    </a:t>
            </a:r>
          </a:p>
          <a:p>
            <a:pPr marL="0" indent="0">
              <a:buNone/>
            </a:pPr>
            <a:r>
              <a:rPr lang="en-IN" sz="1800" dirty="0"/>
              <a:t>    } 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4710C-1DB5-3CCC-4119-787D9E5104E0}"/>
              </a:ext>
            </a:extLst>
          </p:cNvPr>
          <p:cNvSpPr txBox="1"/>
          <p:nvPr/>
        </p:nvSpPr>
        <p:spPr>
          <a:xfrm>
            <a:off x="5607378" y="889843"/>
            <a:ext cx="60944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int max = 0;</a:t>
            </a:r>
          </a:p>
          <a:p>
            <a:r>
              <a:rPr lang="en-IN" sz="2000" dirty="0"/>
              <a:t>    for(int </a:t>
            </a:r>
            <a:r>
              <a:rPr lang="en-IN" sz="2000" dirty="0" err="1"/>
              <a:t>i</a:t>
            </a:r>
            <a:r>
              <a:rPr lang="en-IN" sz="2000" dirty="0"/>
              <a:t> = 0; </a:t>
            </a:r>
            <a:r>
              <a:rPr lang="en-IN" sz="2000" dirty="0" err="1"/>
              <a:t>i</a:t>
            </a:r>
            <a:r>
              <a:rPr lang="en-IN" sz="2000" dirty="0"/>
              <a:t> &lt; </a:t>
            </a:r>
            <a:r>
              <a:rPr lang="en-IN" sz="2000" dirty="0" err="1"/>
              <a:t>keyboards_count</a:t>
            </a:r>
            <a:r>
              <a:rPr lang="en-IN" sz="2000" dirty="0"/>
              <a:t>; </a:t>
            </a:r>
            <a:r>
              <a:rPr lang="en-IN" sz="2000" dirty="0" err="1"/>
              <a:t>i</a:t>
            </a:r>
            <a:r>
              <a:rPr lang="en-IN" sz="2000" dirty="0"/>
              <a:t>++){</a:t>
            </a:r>
          </a:p>
          <a:p>
            <a:r>
              <a:rPr lang="en-IN" sz="2000" dirty="0"/>
              <a:t>        for(int j = 0; j &lt; </a:t>
            </a:r>
            <a:r>
              <a:rPr lang="en-IN" sz="2000" dirty="0" err="1"/>
              <a:t>drives_count</a:t>
            </a:r>
            <a:r>
              <a:rPr lang="en-IN" sz="2000" dirty="0"/>
              <a:t>; </a:t>
            </a:r>
            <a:r>
              <a:rPr lang="en-IN" sz="2000" dirty="0" err="1"/>
              <a:t>j++</a:t>
            </a:r>
            <a:r>
              <a:rPr lang="en-IN" sz="2000" dirty="0"/>
              <a:t>){</a:t>
            </a:r>
          </a:p>
          <a:p>
            <a:r>
              <a:rPr lang="en-IN" sz="2000" dirty="0"/>
              <a:t>            if(keyboards[</a:t>
            </a:r>
            <a:r>
              <a:rPr lang="en-IN" sz="2000" dirty="0" err="1"/>
              <a:t>i</a:t>
            </a:r>
            <a:r>
              <a:rPr lang="en-IN" sz="2000" dirty="0"/>
              <a:t>] + drives[j] &lt;= b){</a:t>
            </a:r>
          </a:p>
          <a:p>
            <a:r>
              <a:rPr lang="en-IN" sz="2000" dirty="0"/>
              <a:t>                if(max &gt; keyboards[</a:t>
            </a:r>
            <a:r>
              <a:rPr lang="en-IN" sz="2000" dirty="0" err="1"/>
              <a:t>i</a:t>
            </a:r>
            <a:r>
              <a:rPr lang="en-IN" sz="2000" dirty="0"/>
              <a:t>] + drives[j]){</a:t>
            </a:r>
          </a:p>
          <a:p>
            <a:r>
              <a:rPr lang="en-IN" sz="2000" dirty="0"/>
              <a:t>                    continue;</a:t>
            </a:r>
          </a:p>
          <a:p>
            <a:r>
              <a:rPr lang="en-IN" sz="2000" dirty="0"/>
              <a:t>                }else{</a:t>
            </a:r>
          </a:p>
          <a:p>
            <a:r>
              <a:rPr lang="en-IN" sz="2000" dirty="0"/>
              <a:t>                    max = keyboards[</a:t>
            </a:r>
            <a:r>
              <a:rPr lang="en-IN" sz="2000" dirty="0" err="1"/>
              <a:t>i</a:t>
            </a:r>
            <a:r>
              <a:rPr lang="en-IN" sz="2000" dirty="0"/>
              <a:t>] + drives[j];</a:t>
            </a:r>
          </a:p>
          <a:p>
            <a:r>
              <a:rPr lang="en-IN" sz="2000" dirty="0"/>
              <a:t>                }</a:t>
            </a:r>
          </a:p>
          <a:p>
            <a:r>
              <a:rPr lang="en-IN" sz="2000" dirty="0"/>
              <a:t>            } </a:t>
            </a:r>
          </a:p>
          <a:p>
            <a:r>
              <a:rPr lang="en-IN" sz="2000" dirty="0"/>
              <a:t>        }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    if( max == 0){</a:t>
            </a:r>
          </a:p>
          <a:p>
            <a:r>
              <a:rPr lang="en-IN" sz="2000" dirty="0"/>
              <a:t>        return -1;</a:t>
            </a:r>
          </a:p>
          <a:p>
            <a:r>
              <a:rPr lang="en-IN" sz="2000" dirty="0"/>
              <a:t>    }else {</a:t>
            </a:r>
          </a:p>
          <a:p>
            <a:r>
              <a:rPr lang="en-IN" sz="2000" dirty="0"/>
              <a:t>    return max;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2692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73C648-A61B-910A-23CB-AA38F07C6B97}"/>
              </a:ext>
            </a:extLst>
          </p:cNvPr>
          <p:cNvSpPr txBox="1"/>
          <p:nvPr/>
        </p:nvSpPr>
        <p:spPr>
          <a:xfrm>
            <a:off x="2330779" y="0"/>
            <a:ext cx="7784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Cats and a Mouse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8A0FC-796F-8B9E-C85C-3EBEEF368758}"/>
              </a:ext>
            </a:extLst>
          </p:cNvPr>
          <p:cNvSpPr txBox="1"/>
          <p:nvPr/>
        </p:nvSpPr>
        <p:spPr>
          <a:xfrm>
            <a:off x="424206" y="646331"/>
            <a:ext cx="567179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string </a:t>
            </a:r>
            <a:r>
              <a:rPr lang="en-IN" sz="2800" dirty="0" err="1"/>
              <a:t>catAndMouse</a:t>
            </a:r>
            <a:r>
              <a:rPr lang="en-IN" sz="2800" dirty="0"/>
              <a:t>(int x, int y, int z) {</a:t>
            </a:r>
          </a:p>
          <a:p>
            <a:r>
              <a:rPr lang="en-IN" sz="2800" dirty="0"/>
              <a:t>    int a = z - x;</a:t>
            </a:r>
          </a:p>
          <a:p>
            <a:r>
              <a:rPr lang="en-IN" sz="2800" dirty="0"/>
              <a:t>    int b = z - y;</a:t>
            </a:r>
          </a:p>
          <a:p>
            <a:r>
              <a:rPr lang="en-IN" sz="2800" dirty="0"/>
              <a:t>    </a:t>
            </a:r>
          </a:p>
          <a:p>
            <a:r>
              <a:rPr lang="en-IN" sz="2800" dirty="0"/>
              <a:t>    if(abs(a) == abs(b)){</a:t>
            </a:r>
          </a:p>
          <a:p>
            <a:r>
              <a:rPr lang="en-IN" sz="2800" dirty="0"/>
              <a:t>        return "Mouse C";</a:t>
            </a:r>
          </a:p>
          <a:p>
            <a:r>
              <a:rPr lang="en-IN" sz="2800" dirty="0"/>
              <a:t>    }else if(abs(a) &gt; abs(b)){</a:t>
            </a:r>
          </a:p>
          <a:p>
            <a:r>
              <a:rPr lang="en-IN" sz="2800" dirty="0"/>
              <a:t>        return "Cat B";</a:t>
            </a:r>
          </a:p>
          <a:p>
            <a:r>
              <a:rPr lang="en-IN" sz="2800" dirty="0"/>
              <a:t>    }else{</a:t>
            </a:r>
          </a:p>
          <a:p>
            <a:r>
              <a:rPr lang="en-IN" sz="2800" dirty="0"/>
              <a:t>        return "Cat A";</a:t>
            </a:r>
          </a:p>
          <a:p>
            <a:r>
              <a:rPr lang="en-IN" sz="2800" dirty="0"/>
              <a:t>    }</a:t>
            </a:r>
          </a:p>
          <a:p>
            <a:endParaRPr lang="en-IN" sz="2800" dirty="0"/>
          </a:p>
          <a:p>
            <a:r>
              <a:rPr lang="en-IN" sz="28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383C9-6951-9569-961C-6C949FBEEFD0}"/>
              </a:ext>
            </a:extLst>
          </p:cNvPr>
          <p:cNvSpPr txBox="1"/>
          <p:nvPr/>
        </p:nvSpPr>
        <p:spPr>
          <a:xfrm>
            <a:off x="6222870" y="752121"/>
            <a:ext cx="55449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char* </a:t>
            </a:r>
            <a:r>
              <a:rPr lang="en-IN" sz="2400" b="0" dirty="0" err="1">
                <a:effectLst/>
                <a:latin typeface="SourceCodePro"/>
              </a:rPr>
              <a:t>catAndMouse</a:t>
            </a:r>
            <a:r>
              <a:rPr lang="en-IN" sz="2400" b="0" dirty="0">
                <a:effectLst/>
                <a:latin typeface="SourceCodePro"/>
              </a:rPr>
              <a:t>(int x, int y, int z) 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m = abs(x-z);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n = abs(y-z);</a:t>
            </a:r>
          </a:p>
          <a:p>
            <a:pPr>
              <a:buNone/>
            </a:pPr>
            <a:br>
              <a:rPr lang="en-IN" sz="2400" b="0" dirty="0">
                <a:effectLst/>
                <a:latin typeface="SourceCodePro"/>
              </a:rPr>
            </a:br>
            <a:r>
              <a:rPr lang="en-IN" sz="2400" b="0" dirty="0">
                <a:effectLst/>
                <a:latin typeface="SourceCodePro"/>
              </a:rPr>
              <a:t>if(m == n){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"Mouse C";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}else if(m &lt; n){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"Cat A";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}else{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"Cat B";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}</a:t>
            </a:r>
          </a:p>
          <a:p>
            <a:r>
              <a:rPr lang="en-IN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3598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259D-C08F-A40A-5EB1-19595F14C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5652-3DE7-4A6E-A20E-8A67623B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9</a:t>
            </a:r>
          </a:p>
        </p:txBody>
      </p:sp>
    </p:spTree>
    <p:extLst>
      <p:ext uri="{BB962C8B-B14F-4D97-AF65-F5344CB8AC3E}">
        <p14:creationId xmlns:p14="http://schemas.microsoft.com/office/powerpoint/2010/main" val="2926124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03FE-FFAA-0335-E62A-D8BE5C1C0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2E5AB-DB09-2F36-FA6B-5B4AC6A0C920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Hurdle Race</a:t>
            </a:r>
            <a:endParaRPr lang="en-IN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DEE07-61CD-A40C-53F3-31E0090BB7B7}"/>
              </a:ext>
            </a:extLst>
          </p:cNvPr>
          <p:cNvSpPr txBox="1"/>
          <p:nvPr/>
        </p:nvSpPr>
        <p:spPr>
          <a:xfrm>
            <a:off x="141402" y="646331"/>
            <a:ext cx="610856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int </a:t>
            </a:r>
            <a:r>
              <a:rPr lang="en-IN" sz="2800" dirty="0" err="1"/>
              <a:t>hurdleRace</a:t>
            </a:r>
            <a:r>
              <a:rPr lang="en-IN" sz="2800" dirty="0"/>
              <a:t>(int k, vector&lt;int&gt; height) {</a:t>
            </a:r>
          </a:p>
          <a:p>
            <a:r>
              <a:rPr lang="en-IN" sz="2800" dirty="0"/>
              <a:t>    int c = 0;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 &lt; </a:t>
            </a:r>
            <a:r>
              <a:rPr lang="en-IN" sz="2800" dirty="0" err="1"/>
              <a:t>height.size</a:t>
            </a:r>
            <a:r>
              <a:rPr lang="en-IN" sz="2800" dirty="0"/>
              <a:t>();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c = max(</a:t>
            </a:r>
            <a:r>
              <a:rPr lang="en-IN" sz="2800" dirty="0" err="1"/>
              <a:t>c,height</a:t>
            </a:r>
            <a:r>
              <a:rPr lang="en-IN" sz="2800" dirty="0"/>
              <a:t>[</a:t>
            </a:r>
            <a:r>
              <a:rPr lang="en-IN" sz="2800" dirty="0" err="1"/>
              <a:t>i</a:t>
            </a:r>
            <a:r>
              <a:rPr lang="en-IN" sz="2800" dirty="0"/>
              <a:t>]);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if(k &gt;= c){</a:t>
            </a:r>
          </a:p>
          <a:p>
            <a:r>
              <a:rPr lang="en-IN" sz="2800" dirty="0"/>
              <a:t>        return 0;</a:t>
            </a:r>
          </a:p>
          <a:p>
            <a:r>
              <a:rPr lang="en-IN" sz="2800" dirty="0"/>
              <a:t>    }else{</a:t>
            </a:r>
          </a:p>
          <a:p>
            <a:r>
              <a:rPr lang="en-IN" sz="2800" dirty="0"/>
              <a:t>        return c-k;    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</a:t>
            </a:r>
          </a:p>
          <a:p>
            <a:r>
              <a:rPr lang="en-IN" sz="28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523BC-E906-9EB6-E4D5-A39E5986A3D0}"/>
              </a:ext>
            </a:extLst>
          </p:cNvPr>
          <p:cNvSpPr txBox="1"/>
          <p:nvPr/>
        </p:nvSpPr>
        <p:spPr>
          <a:xfrm>
            <a:off x="6249971" y="769441"/>
            <a:ext cx="52790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int </a:t>
            </a:r>
            <a:r>
              <a:rPr lang="en-IN" sz="2400" dirty="0" err="1"/>
              <a:t>hurdleRace</a:t>
            </a:r>
            <a:r>
              <a:rPr lang="en-IN" sz="2400" dirty="0"/>
              <a:t>(int k, int </a:t>
            </a:r>
            <a:r>
              <a:rPr lang="en-IN" sz="2400" dirty="0" err="1"/>
              <a:t>height_count</a:t>
            </a:r>
            <a:r>
              <a:rPr lang="en-IN" sz="2400" dirty="0"/>
              <a:t>, int* height) {</a:t>
            </a:r>
          </a:p>
          <a:p>
            <a:r>
              <a:rPr lang="en-IN" sz="2400" dirty="0"/>
              <a:t>    int max = 0;</a:t>
            </a:r>
          </a:p>
          <a:p>
            <a:r>
              <a:rPr lang="en-IN" sz="2400" dirty="0"/>
              <a:t>    for(int 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</a:t>
            </a:r>
            <a:r>
              <a:rPr lang="en-IN" sz="2400" dirty="0" err="1"/>
              <a:t>height_count</a:t>
            </a:r>
            <a:r>
              <a:rPr lang="en-IN" sz="2400" dirty="0"/>
              <a:t>; </a:t>
            </a:r>
            <a:r>
              <a:rPr lang="en-IN" sz="2400" dirty="0" err="1"/>
              <a:t>i</a:t>
            </a:r>
            <a:r>
              <a:rPr lang="en-IN" sz="2400" dirty="0"/>
              <a:t>++){</a:t>
            </a:r>
          </a:p>
          <a:p>
            <a:r>
              <a:rPr lang="en-IN" sz="2400" dirty="0"/>
              <a:t>            if(height[</a:t>
            </a:r>
            <a:r>
              <a:rPr lang="en-IN" sz="2400" dirty="0" err="1"/>
              <a:t>i</a:t>
            </a:r>
            <a:r>
              <a:rPr lang="en-IN" sz="2400" dirty="0"/>
              <a:t>] &gt; max){</a:t>
            </a:r>
          </a:p>
          <a:p>
            <a:r>
              <a:rPr lang="en-IN" sz="2400" dirty="0"/>
              <a:t>                max = height[</a:t>
            </a:r>
            <a:r>
              <a:rPr lang="en-IN" sz="2400" dirty="0" err="1"/>
              <a:t>i</a:t>
            </a:r>
            <a:r>
              <a:rPr lang="en-IN" sz="2400" dirty="0"/>
              <a:t>];</a:t>
            </a:r>
          </a:p>
          <a:p>
            <a:r>
              <a:rPr lang="en-IN" sz="2400" dirty="0"/>
              <a:t>            }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if(k &gt; max){</a:t>
            </a:r>
          </a:p>
          <a:p>
            <a:r>
              <a:rPr lang="en-IN" sz="2400" dirty="0"/>
              <a:t>        return 0;</a:t>
            </a:r>
          </a:p>
          <a:p>
            <a:r>
              <a:rPr lang="en-IN" sz="2400" dirty="0"/>
              <a:t>    }else{</a:t>
            </a:r>
          </a:p>
          <a:p>
            <a:r>
              <a:rPr lang="en-IN" sz="2400" dirty="0"/>
              <a:t>        return abs(k-max);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7145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747B-AC13-4DF1-4FF0-ED970EA8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91FC9B-9A95-4D5B-B85F-EB066E20A5C7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Designer PDF Viewer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6FB979-AB1D-BBCA-730C-ECE658644272}"/>
              </a:ext>
            </a:extLst>
          </p:cNvPr>
          <p:cNvSpPr txBox="1"/>
          <p:nvPr/>
        </p:nvSpPr>
        <p:spPr>
          <a:xfrm>
            <a:off x="141402" y="646329"/>
            <a:ext cx="55806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int </a:t>
            </a:r>
            <a:r>
              <a:rPr lang="en-IN" sz="2400" dirty="0" err="1"/>
              <a:t>designerPdfViewer</a:t>
            </a:r>
            <a:r>
              <a:rPr lang="en-IN" sz="2400" dirty="0"/>
              <a:t>(vector&lt;int&gt; h, string word) {</a:t>
            </a:r>
          </a:p>
          <a:p>
            <a:r>
              <a:rPr lang="en-IN" sz="2400" dirty="0"/>
              <a:t>    int mx=0;</a:t>
            </a:r>
          </a:p>
          <a:p>
            <a:r>
              <a:rPr lang="en-IN" sz="2400" dirty="0"/>
              <a:t>    int ln = </a:t>
            </a:r>
            <a:r>
              <a:rPr lang="en-IN" sz="2400" dirty="0" err="1"/>
              <a:t>word.length</a:t>
            </a:r>
            <a:r>
              <a:rPr lang="en-IN" sz="2400" dirty="0"/>
              <a:t>();</a:t>
            </a:r>
          </a:p>
          <a:p>
            <a:r>
              <a:rPr lang="en-IN" sz="2400" dirty="0"/>
              <a:t>     for(char c : word){</a:t>
            </a:r>
          </a:p>
          <a:p>
            <a:r>
              <a:rPr lang="en-IN" sz="2400" dirty="0"/>
              <a:t>        mx = max(</a:t>
            </a:r>
            <a:r>
              <a:rPr lang="en-IN" sz="2400" dirty="0" err="1"/>
              <a:t>mx,h</a:t>
            </a:r>
            <a:r>
              <a:rPr lang="en-IN" sz="2400" dirty="0"/>
              <a:t>[c-'a']);</a:t>
            </a:r>
          </a:p>
          <a:p>
            <a:r>
              <a:rPr lang="en-IN" sz="2400" dirty="0"/>
              <a:t>     }</a:t>
            </a:r>
          </a:p>
          <a:p>
            <a:r>
              <a:rPr lang="en-IN" sz="2400" dirty="0"/>
              <a:t>     return ln * mx;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6B9DA5-25B9-CDEE-7817-50A99D1C38C6}"/>
              </a:ext>
            </a:extLst>
          </p:cNvPr>
          <p:cNvSpPr txBox="1"/>
          <p:nvPr/>
        </p:nvSpPr>
        <p:spPr>
          <a:xfrm>
            <a:off x="6097572" y="505938"/>
            <a:ext cx="60944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</a:t>
            </a:r>
            <a:r>
              <a:rPr lang="en-IN" sz="2400" b="0" dirty="0" err="1">
                <a:effectLst/>
                <a:latin typeface="SourceCodePro"/>
              </a:rPr>
              <a:t>designerPdfViewer</a:t>
            </a:r>
            <a:r>
              <a:rPr lang="en-IN" sz="2400" b="0" dirty="0">
                <a:effectLst/>
                <a:latin typeface="SourceCodePro"/>
              </a:rPr>
              <a:t>(int </a:t>
            </a:r>
            <a:r>
              <a:rPr lang="en-IN" sz="2400" b="0" dirty="0" err="1">
                <a:effectLst/>
                <a:latin typeface="SourceCodePro"/>
              </a:rPr>
              <a:t>h_count</a:t>
            </a:r>
            <a:r>
              <a:rPr lang="en-IN" sz="2400" b="0" dirty="0">
                <a:effectLst/>
                <a:latin typeface="SourceCodePro"/>
              </a:rPr>
              <a:t>, int* h, char* word) 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int max = 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for(int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= 0;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&lt; </a:t>
            </a:r>
            <a:r>
              <a:rPr lang="en-IN" sz="2400" b="0" dirty="0" err="1">
                <a:effectLst/>
                <a:latin typeface="SourceCodePro"/>
              </a:rPr>
              <a:t>h_count</a:t>
            </a:r>
            <a:r>
              <a:rPr lang="en-IN" sz="2400" b="0" dirty="0">
                <a:effectLst/>
                <a:latin typeface="SourceCodePro"/>
              </a:rPr>
              <a:t>;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++){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if(max &lt; (h[word[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]-'a'])){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max = h[word[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] - 'a'];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}else{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continue;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</a:t>
            </a:r>
            <a:r>
              <a:rPr lang="en-IN" sz="2400" b="0" dirty="0" err="1">
                <a:effectLst/>
                <a:latin typeface="SourceCodePro"/>
              </a:rPr>
              <a:t>strlen</a:t>
            </a:r>
            <a:r>
              <a:rPr lang="en-IN" sz="2400" b="0" dirty="0">
                <a:effectLst/>
                <a:latin typeface="SourceCodePro"/>
              </a:rPr>
              <a:t>(word) * max;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}</a:t>
            </a:r>
          </a:p>
          <a:p>
            <a:br>
              <a:rPr lang="en-IN" sz="2400" b="0" dirty="0">
                <a:effectLst/>
                <a:latin typeface="SourceCodePro"/>
              </a:rPr>
            </a:br>
            <a:endParaRPr lang="en-IN" sz="2400" b="0" dirty="0">
              <a:effectLst/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40358954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8283-9E01-B058-D439-F1E6F0B4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BA2947-0847-C069-27EC-29D38FEE222C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Utopian Tree</a:t>
            </a:r>
            <a:endParaRPr lang="en-IN" sz="4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5566D-4F7A-B4F7-89D3-00BD74A29022}"/>
              </a:ext>
            </a:extLst>
          </p:cNvPr>
          <p:cNvSpPr txBox="1"/>
          <p:nvPr/>
        </p:nvSpPr>
        <p:spPr>
          <a:xfrm>
            <a:off x="141402" y="646331"/>
            <a:ext cx="401581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/>
              <a:t>int utopianTree(int n) {</a:t>
            </a:r>
          </a:p>
          <a:p>
            <a:r>
              <a:rPr lang="en-IN" sz="2800"/>
              <a:t>    int h=1;</a:t>
            </a:r>
          </a:p>
          <a:p>
            <a:r>
              <a:rPr lang="en-IN" sz="2800"/>
              <a:t>    if(n == 0){</a:t>
            </a:r>
          </a:p>
          <a:p>
            <a:r>
              <a:rPr lang="en-IN" sz="2800"/>
              <a:t>        return 1;</a:t>
            </a:r>
          </a:p>
          <a:p>
            <a:r>
              <a:rPr lang="en-IN" sz="2800"/>
              <a:t>    }</a:t>
            </a:r>
          </a:p>
          <a:p>
            <a:r>
              <a:rPr lang="en-IN" sz="2800"/>
              <a:t>    for(int i = 1; i &lt;= n; i++){</a:t>
            </a:r>
          </a:p>
          <a:p>
            <a:r>
              <a:rPr lang="en-IN" sz="2800"/>
              <a:t>        if(i % 2 == 1){</a:t>
            </a:r>
          </a:p>
          <a:p>
            <a:r>
              <a:rPr lang="en-IN" sz="2800"/>
              <a:t>            h *= 2;</a:t>
            </a:r>
          </a:p>
          <a:p>
            <a:r>
              <a:rPr lang="en-IN" sz="2800"/>
              <a:t>        }else{</a:t>
            </a:r>
          </a:p>
          <a:p>
            <a:r>
              <a:rPr lang="en-IN" sz="2800"/>
              <a:t>            h +=1;</a:t>
            </a:r>
          </a:p>
          <a:p>
            <a:r>
              <a:rPr lang="en-IN" sz="2800"/>
              <a:t>        }</a:t>
            </a:r>
          </a:p>
          <a:p>
            <a:r>
              <a:rPr lang="en-IN" sz="2800"/>
              <a:t>    }</a:t>
            </a:r>
          </a:p>
          <a:p>
            <a:r>
              <a:rPr lang="en-IN" sz="2800"/>
              <a:t>    return h;</a:t>
            </a:r>
          </a:p>
          <a:p>
            <a:r>
              <a:rPr lang="en-IN" sz="2800"/>
              <a:t>}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B1237-CF55-B019-7146-BF17A7BDA62C}"/>
              </a:ext>
            </a:extLst>
          </p:cNvPr>
          <p:cNvSpPr txBox="1"/>
          <p:nvPr/>
        </p:nvSpPr>
        <p:spPr>
          <a:xfrm>
            <a:off x="5639586" y="1211235"/>
            <a:ext cx="60944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int p = 0, h=0;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for(p = 0; p &lt;= n; p++){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    if(p % 2 == 0){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        h +=1;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    }else{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        h *=2;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}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return h;</a:t>
            </a:r>
          </a:p>
          <a:p>
            <a:pPr>
              <a:buNone/>
            </a:pPr>
            <a:r>
              <a:rPr lang="en-IN" sz="2800" b="0" dirty="0">
                <a:effectLst/>
                <a:latin typeface="SourceCodePro"/>
              </a:rPr>
              <a:t>}</a:t>
            </a:r>
          </a:p>
          <a:p>
            <a:br>
              <a:rPr lang="en-IN" sz="2800" b="0" dirty="0">
                <a:effectLst/>
                <a:latin typeface="SourceCodePro"/>
              </a:rPr>
            </a:br>
            <a:endParaRPr lang="en-IN" sz="2800" b="0" dirty="0">
              <a:effectLst/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1397779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D2614-E1CF-DC7A-4799-763BAFE5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A5E8-B67F-8775-D674-30736D17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10</a:t>
            </a:r>
          </a:p>
        </p:txBody>
      </p:sp>
    </p:spTree>
    <p:extLst>
      <p:ext uri="{BB962C8B-B14F-4D97-AF65-F5344CB8AC3E}">
        <p14:creationId xmlns:p14="http://schemas.microsoft.com/office/powerpoint/2010/main" val="2274873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32A0-E9BC-0FE7-C9F8-FE8DB96D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618B64-1FC1-9059-CD66-36CDE14B4D18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Angry Professor</a:t>
            </a:r>
            <a:endParaRPr lang="en-IN" sz="4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097C9-61E7-07A8-A4BB-70F7F6CEE71A}"/>
              </a:ext>
            </a:extLst>
          </p:cNvPr>
          <p:cNvSpPr txBox="1"/>
          <p:nvPr/>
        </p:nvSpPr>
        <p:spPr>
          <a:xfrm>
            <a:off x="141402" y="646331"/>
            <a:ext cx="588232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string </a:t>
            </a:r>
            <a:r>
              <a:rPr lang="en-IN" sz="2800" dirty="0" err="1"/>
              <a:t>angryProfessor</a:t>
            </a:r>
            <a:r>
              <a:rPr lang="en-IN" sz="2800" dirty="0"/>
              <a:t>(int k, vector&lt;int&gt; a) {</a:t>
            </a:r>
          </a:p>
          <a:p>
            <a:r>
              <a:rPr lang="en-IN" sz="2800" dirty="0"/>
              <a:t>    int count = 0;</a:t>
            </a:r>
          </a:p>
          <a:p>
            <a:r>
              <a:rPr lang="en-IN" sz="2800" dirty="0"/>
              <a:t>    for(int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 &lt; </a:t>
            </a:r>
            <a:r>
              <a:rPr lang="en-IN" sz="2800" dirty="0" err="1"/>
              <a:t>a.size</a:t>
            </a:r>
            <a:r>
              <a:rPr lang="en-IN" sz="2800" dirty="0"/>
              <a:t>(); </a:t>
            </a:r>
            <a:r>
              <a:rPr lang="en-IN" sz="2800" dirty="0" err="1"/>
              <a:t>i</a:t>
            </a:r>
            <a:r>
              <a:rPr lang="en-IN" sz="2800" dirty="0"/>
              <a:t>++){</a:t>
            </a:r>
          </a:p>
          <a:p>
            <a:r>
              <a:rPr lang="en-IN" sz="2800" dirty="0"/>
              <a:t>        if(a[</a:t>
            </a:r>
            <a:r>
              <a:rPr lang="en-IN" sz="2800" dirty="0" err="1"/>
              <a:t>i</a:t>
            </a:r>
            <a:r>
              <a:rPr lang="en-IN" sz="2800" dirty="0"/>
              <a:t>] &lt;= 0){</a:t>
            </a:r>
          </a:p>
          <a:p>
            <a:r>
              <a:rPr lang="en-IN" sz="2800" dirty="0"/>
              <a:t>            count++;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if(count &gt;= k){</a:t>
            </a:r>
          </a:p>
          <a:p>
            <a:r>
              <a:rPr lang="en-IN" sz="2800" dirty="0"/>
              <a:t>        return "NO";</a:t>
            </a:r>
          </a:p>
          <a:p>
            <a:r>
              <a:rPr lang="en-IN" sz="2800" dirty="0"/>
              <a:t>    }else{</a:t>
            </a:r>
          </a:p>
          <a:p>
            <a:r>
              <a:rPr lang="en-IN" sz="2800" dirty="0"/>
              <a:t>        return "YES";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A0CB7-5701-18B2-23D1-F581FA45CB19}"/>
              </a:ext>
            </a:extLst>
          </p:cNvPr>
          <p:cNvSpPr txBox="1"/>
          <p:nvPr/>
        </p:nvSpPr>
        <p:spPr>
          <a:xfrm>
            <a:off x="5863473" y="461913"/>
            <a:ext cx="61871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char* </a:t>
            </a:r>
            <a:r>
              <a:rPr lang="en-US" sz="2400" dirty="0" err="1"/>
              <a:t>angryProfessor</a:t>
            </a:r>
            <a:r>
              <a:rPr lang="en-US" sz="2400" dirty="0"/>
              <a:t>(int k, int </a:t>
            </a:r>
            <a:r>
              <a:rPr lang="en-US" sz="2400" dirty="0" err="1"/>
              <a:t>a_count</a:t>
            </a:r>
            <a:r>
              <a:rPr lang="en-US" sz="2400" dirty="0"/>
              <a:t>, int* a) {</a:t>
            </a:r>
          </a:p>
          <a:p>
            <a:r>
              <a:rPr lang="en-US" sz="2400" dirty="0"/>
              <a:t>    int count = 0;</a:t>
            </a:r>
          </a:p>
          <a:p>
            <a:r>
              <a:rPr lang="en-US" sz="2400" dirty="0"/>
              <a:t> for(int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</a:t>
            </a:r>
            <a:r>
              <a:rPr lang="en-US" sz="2400" dirty="0" err="1"/>
              <a:t>a_count</a:t>
            </a:r>
            <a:r>
              <a:rPr lang="en-US" sz="2400" dirty="0"/>
              <a:t>; </a:t>
            </a:r>
            <a:r>
              <a:rPr lang="en-US" sz="2400" dirty="0" err="1"/>
              <a:t>i</a:t>
            </a:r>
            <a:r>
              <a:rPr lang="en-US" sz="2400" dirty="0"/>
              <a:t>++){</a:t>
            </a:r>
          </a:p>
          <a:p>
            <a:r>
              <a:rPr lang="en-US" sz="2400" dirty="0"/>
              <a:t>    if(a[</a:t>
            </a:r>
            <a:r>
              <a:rPr lang="en-US" sz="2400" dirty="0" err="1"/>
              <a:t>i</a:t>
            </a:r>
            <a:r>
              <a:rPr lang="en-US" sz="2400" dirty="0"/>
              <a:t>] &lt;= 0){</a:t>
            </a:r>
          </a:p>
          <a:p>
            <a:r>
              <a:rPr lang="en-US" sz="2400" dirty="0"/>
              <a:t>        count++;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 }   </a:t>
            </a:r>
          </a:p>
          <a:p>
            <a:r>
              <a:rPr lang="en-US" sz="2400" dirty="0"/>
              <a:t> if(k &lt;= count){</a:t>
            </a:r>
          </a:p>
          <a:p>
            <a:r>
              <a:rPr lang="en-US" sz="2400" dirty="0"/>
              <a:t>        return "NO";</a:t>
            </a:r>
          </a:p>
          <a:p>
            <a:r>
              <a:rPr lang="en-US" sz="2400" dirty="0"/>
              <a:t>    }else{</a:t>
            </a:r>
          </a:p>
          <a:p>
            <a:r>
              <a:rPr lang="en-US" sz="2400" dirty="0"/>
              <a:t>        return "YES";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6187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D525-2365-9DFF-1ED0-79177A06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DA4689-13DE-75E1-062F-A0C1459811EA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 dirty="0">
                <a:solidFill>
                  <a:srgbClr val="0E141E"/>
                </a:solidFill>
                <a:effectLst/>
                <a:latin typeface="var(--font-family-text)"/>
              </a:rPr>
              <a:t>Beautiful Days at the Movies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EE2FB-6388-2C66-0B97-96F1919E1887}"/>
              </a:ext>
            </a:extLst>
          </p:cNvPr>
          <p:cNvSpPr txBox="1"/>
          <p:nvPr/>
        </p:nvSpPr>
        <p:spPr>
          <a:xfrm>
            <a:off x="141401" y="646331"/>
            <a:ext cx="11830639" cy="6093834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r>
              <a:rPr lang="en-IN" sz="2800" dirty="0"/>
              <a:t>int </a:t>
            </a:r>
            <a:r>
              <a:rPr lang="en-IN" sz="2800" dirty="0" err="1"/>
              <a:t>reverseNumber</a:t>
            </a:r>
            <a:r>
              <a:rPr lang="en-IN" sz="2800" dirty="0"/>
              <a:t>(int n) {</a:t>
            </a:r>
          </a:p>
          <a:p>
            <a:r>
              <a:rPr lang="en-IN" sz="2800" dirty="0"/>
              <a:t>    int reversed = 0;</a:t>
            </a:r>
          </a:p>
          <a:p>
            <a:r>
              <a:rPr lang="en-IN" sz="2800" dirty="0"/>
              <a:t>    while (n &gt; 0) {</a:t>
            </a:r>
          </a:p>
          <a:p>
            <a:r>
              <a:rPr lang="en-IN" sz="2800" dirty="0"/>
              <a:t>        reversed = reversed * 10 + (n % 10);</a:t>
            </a:r>
          </a:p>
          <a:p>
            <a:r>
              <a:rPr lang="en-IN" sz="2800" dirty="0"/>
              <a:t>        n = n / 10;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return reversed;</a:t>
            </a:r>
          </a:p>
          <a:p>
            <a:r>
              <a:rPr lang="en-IN" sz="2800" dirty="0"/>
              <a:t>}</a:t>
            </a:r>
          </a:p>
          <a:p>
            <a:r>
              <a:rPr lang="en-IN" sz="2800" dirty="0"/>
              <a:t>int </a:t>
            </a:r>
            <a:r>
              <a:rPr lang="en-IN" sz="2800" dirty="0" err="1"/>
              <a:t>beautifulDays</a:t>
            </a:r>
            <a:r>
              <a:rPr lang="en-IN" sz="2800" dirty="0"/>
              <a:t>(int </a:t>
            </a:r>
            <a:r>
              <a:rPr lang="en-IN" sz="2800" dirty="0" err="1"/>
              <a:t>i</a:t>
            </a:r>
            <a:r>
              <a:rPr lang="en-IN" sz="2800" dirty="0"/>
              <a:t>, int j, int k) {</a:t>
            </a:r>
          </a:p>
          <a:p>
            <a:r>
              <a:rPr lang="en-IN" sz="2800" dirty="0"/>
              <a:t>    int count = 0;</a:t>
            </a:r>
          </a:p>
          <a:p>
            <a:r>
              <a:rPr lang="en-IN" sz="2800" dirty="0"/>
              <a:t>    for (int current = </a:t>
            </a:r>
            <a:r>
              <a:rPr lang="en-IN" sz="2800" dirty="0" err="1"/>
              <a:t>i</a:t>
            </a:r>
            <a:r>
              <a:rPr lang="en-IN" sz="2800" dirty="0"/>
              <a:t>; current &lt;= j; current++) {</a:t>
            </a:r>
          </a:p>
          <a:p>
            <a:r>
              <a:rPr lang="en-IN" sz="2800" dirty="0"/>
              <a:t>        int reversed = </a:t>
            </a:r>
            <a:r>
              <a:rPr lang="en-IN" sz="2800" dirty="0" err="1"/>
              <a:t>reverseNumber</a:t>
            </a:r>
            <a:r>
              <a:rPr lang="en-IN" sz="2800" dirty="0"/>
              <a:t>(current);</a:t>
            </a:r>
          </a:p>
          <a:p>
            <a:r>
              <a:rPr lang="en-IN" sz="2800" dirty="0"/>
              <a:t>        if (abs(current - reversed) % k == 0) {</a:t>
            </a:r>
          </a:p>
          <a:p>
            <a:r>
              <a:rPr lang="en-IN" sz="2800" dirty="0"/>
              <a:t>            count++;</a:t>
            </a:r>
          </a:p>
          <a:p>
            <a:r>
              <a:rPr lang="en-IN" sz="2800" dirty="0"/>
              <a:t>        }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return count;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4573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EE723-89DC-12EF-DF95-589F745B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A463A0-099A-6154-C2DD-52B4D0A0D1A6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 dirty="0">
                <a:solidFill>
                  <a:srgbClr val="0E141E"/>
                </a:solidFill>
                <a:effectLst/>
                <a:latin typeface="var(--font-family-text)"/>
              </a:rPr>
              <a:t>Beautiful Days at the Movies(C)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0263C-3D66-4D14-C532-AB6161C7F329}"/>
              </a:ext>
            </a:extLst>
          </p:cNvPr>
          <p:cNvSpPr txBox="1"/>
          <p:nvPr/>
        </p:nvSpPr>
        <p:spPr>
          <a:xfrm>
            <a:off x="141401" y="646331"/>
            <a:ext cx="11830639" cy="600164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</a:t>
            </a:r>
            <a:r>
              <a:rPr lang="en-IN" sz="2400" b="0" dirty="0" err="1">
                <a:effectLst/>
                <a:latin typeface="SourceCodePro"/>
              </a:rPr>
              <a:t>beautifulDays</a:t>
            </a:r>
            <a:r>
              <a:rPr lang="en-IN" sz="2400" b="0" dirty="0">
                <a:effectLst/>
                <a:latin typeface="SourceCodePro"/>
              </a:rPr>
              <a:t>(int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, int j, int k) 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int count = 0,m;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for( m  = </a:t>
            </a:r>
            <a:r>
              <a:rPr lang="en-IN" sz="2400" b="0" dirty="0" err="1">
                <a:effectLst/>
                <a:latin typeface="SourceCodePro"/>
              </a:rPr>
              <a:t>i</a:t>
            </a:r>
            <a:r>
              <a:rPr lang="en-IN" sz="2400" b="0" dirty="0">
                <a:effectLst/>
                <a:latin typeface="SourceCodePro"/>
              </a:rPr>
              <a:t> ; m &lt;= j; m++){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int rev=0,a=0,b;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b = m;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while(b &gt; 0){ 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a = b % 10;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rev = rev * 10 + a;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b = b / 10;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if(abs(rev - m) % k == 0){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count++;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count;</a:t>
            </a:r>
          </a:p>
          <a:p>
            <a:r>
              <a:rPr lang="en-IN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64190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5F7D5-DA1B-BC69-074C-108A6F9D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025976-30E7-ECF4-8B0F-0D464914EEFD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 dirty="0">
                <a:solidFill>
                  <a:srgbClr val="0E141E"/>
                </a:solidFill>
                <a:effectLst/>
                <a:latin typeface="var(--font-family-text)"/>
              </a:rPr>
              <a:t>Viral Advertising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08D6C-72A0-51F4-4341-2C073088F286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BEF63-2968-8102-5236-F66F75097719}"/>
              </a:ext>
            </a:extLst>
          </p:cNvPr>
          <p:cNvSpPr txBox="1"/>
          <p:nvPr/>
        </p:nvSpPr>
        <p:spPr>
          <a:xfrm>
            <a:off x="492549" y="788922"/>
            <a:ext cx="2957661" cy="563231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IN" sz="2000" dirty="0"/>
              <a:t>int </a:t>
            </a:r>
            <a:r>
              <a:rPr lang="en-IN" sz="2000" dirty="0" err="1"/>
              <a:t>viralAdvertising</a:t>
            </a:r>
            <a:r>
              <a:rPr lang="en-IN" sz="2000" dirty="0"/>
              <a:t>(int n) {</a:t>
            </a:r>
          </a:p>
          <a:p>
            <a:r>
              <a:rPr lang="en-IN" sz="2000" dirty="0"/>
              <a:t>    vector&lt;int&gt; s(n); </a:t>
            </a:r>
          </a:p>
          <a:p>
            <a:r>
              <a:rPr lang="en-IN" sz="2000" dirty="0"/>
              <a:t>     vector&lt;int&gt; l(n);</a:t>
            </a:r>
          </a:p>
          <a:p>
            <a:r>
              <a:rPr lang="en-IN" sz="2000" dirty="0"/>
              <a:t>     vector&lt;int&gt; c(n);</a:t>
            </a:r>
          </a:p>
          <a:p>
            <a:r>
              <a:rPr lang="en-IN" sz="2000" dirty="0"/>
              <a:t>    for(int </a:t>
            </a:r>
            <a:r>
              <a:rPr lang="en-IN" sz="2000" dirty="0" err="1"/>
              <a:t>i</a:t>
            </a:r>
            <a:r>
              <a:rPr lang="en-IN" sz="2000" dirty="0"/>
              <a:t> = 0; </a:t>
            </a:r>
            <a:r>
              <a:rPr lang="en-IN" sz="2000" dirty="0" err="1"/>
              <a:t>i</a:t>
            </a:r>
            <a:r>
              <a:rPr lang="en-IN" sz="2000" dirty="0"/>
              <a:t> &lt; n; </a:t>
            </a:r>
            <a:r>
              <a:rPr lang="en-IN" sz="2000" dirty="0" err="1"/>
              <a:t>i</a:t>
            </a:r>
            <a:r>
              <a:rPr lang="en-IN" sz="2000" dirty="0"/>
              <a:t>++){</a:t>
            </a:r>
          </a:p>
          <a:p>
            <a:r>
              <a:rPr lang="en-IN" sz="2000" dirty="0"/>
              <a:t>        if(</a:t>
            </a:r>
            <a:r>
              <a:rPr lang="en-IN" sz="2000" dirty="0" err="1"/>
              <a:t>i</a:t>
            </a:r>
            <a:r>
              <a:rPr lang="en-IN" sz="2000" dirty="0"/>
              <a:t>==0){</a:t>
            </a:r>
          </a:p>
          <a:p>
            <a:r>
              <a:rPr lang="en-IN" sz="2000" dirty="0"/>
              <a:t>            s[</a:t>
            </a:r>
            <a:r>
              <a:rPr lang="en-IN" sz="2000" dirty="0" err="1"/>
              <a:t>i</a:t>
            </a:r>
            <a:r>
              <a:rPr lang="en-IN" sz="2000" dirty="0"/>
              <a:t>] = 5;</a:t>
            </a:r>
          </a:p>
          <a:p>
            <a:r>
              <a:rPr lang="en-IN" sz="2000" dirty="0"/>
              <a:t>            l[</a:t>
            </a:r>
            <a:r>
              <a:rPr lang="en-IN" sz="2000" dirty="0" err="1"/>
              <a:t>i</a:t>
            </a:r>
            <a:r>
              <a:rPr lang="en-IN" sz="2000" dirty="0"/>
              <a:t>] = floor(s[</a:t>
            </a:r>
            <a:r>
              <a:rPr lang="en-IN" sz="2000" dirty="0" err="1"/>
              <a:t>i</a:t>
            </a:r>
            <a:r>
              <a:rPr lang="en-IN" sz="2000" dirty="0"/>
              <a:t>]/2);</a:t>
            </a:r>
          </a:p>
          <a:p>
            <a:r>
              <a:rPr lang="en-IN" sz="2000" dirty="0"/>
              <a:t>            c[</a:t>
            </a:r>
            <a:r>
              <a:rPr lang="en-IN" sz="2000" dirty="0" err="1"/>
              <a:t>i</a:t>
            </a:r>
            <a:r>
              <a:rPr lang="en-IN" sz="2000" dirty="0"/>
              <a:t>] = l[</a:t>
            </a:r>
            <a:r>
              <a:rPr lang="en-IN" sz="2000" dirty="0" err="1"/>
              <a:t>i</a:t>
            </a:r>
            <a:r>
              <a:rPr lang="en-IN" sz="2000" dirty="0"/>
              <a:t>];</a:t>
            </a:r>
          </a:p>
          <a:p>
            <a:r>
              <a:rPr lang="en-IN" sz="2000" dirty="0"/>
              <a:t>        }else{</a:t>
            </a:r>
          </a:p>
          <a:p>
            <a:r>
              <a:rPr lang="en-IN" sz="2000" dirty="0"/>
              <a:t>            s[</a:t>
            </a:r>
            <a:r>
              <a:rPr lang="en-IN" sz="2000" dirty="0" err="1"/>
              <a:t>i</a:t>
            </a:r>
            <a:r>
              <a:rPr lang="en-IN" sz="2000" dirty="0"/>
              <a:t>] = l[i-1] * 3;</a:t>
            </a:r>
          </a:p>
          <a:p>
            <a:r>
              <a:rPr lang="en-IN" sz="2000" dirty="0"/>
              <a:t>            l[</a:t>
            </a:r>
            <a:r>
              <a:rPr lang="en-IN" sz="2000" dirty="0" err="1"/>
              <a:t>i</a:t>
            </a:r>
            <a:r>
              <a:rPr lang="en-IN" sz="2000" dirty="0"/>
              <a:t>] = floor(s[</a:t>
            </a:r>
            <a:r>
              <a:rPr lang="en-IN" sz="2000" dirty="0" err="1"/>
              <a:t>i</a:t>
            </a:r>
            <a:r>
              <a:rPr lang="en-IN" sz="2000" dirty="0"/>
              <a:t>]/2);</a:t>
            </a:r>
          </a:p>
          <a:p>
            <a:r>
              <a:rPr lang="en-IN" sz="2000" dirty="0"/>
              <a:t>            c[</a:t>
            </a:r>
            <a:r>
              <a:rPr lang="en-IN" sz="2000" dirty="0" err="1"/>
              <a:t>i</a:t>
            </a:r>
            <a:r>
              <a:rPr lang="en-IN" sz="2000" dirty="0"/>
              <a:t>] = c[i-1] + l[</a:t>
            </a:r>
            <a:r>
              <a:rPr lang="en-IN" sz="2000" dirty="0" err="1"/>
              <a:t>i</a:t>
            </a:r>
            <a:r>
              <a:rPr lang="en-IN" sz="2000" dirty="0"/>
              <a:t>]; </a:t>
            </a:r>
          </a:p>
          <a:p>
            <a:r>
              <a:rPr lang="en-IN" sz="2000" dirty="0"/>
              <a:t>        }</a:t>
            </a:r>
          </a:p>
          <a:p>
            <a:r>
              <a:rPr lang="en-IN" sz="2000" dirty="0"/>
              <a:t>        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    return c[n-1];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BC6D5-4DA6-9E4F-B76B-4C020B6BCB82}"/>
              </a:ext>
            </a:extLst>
          </p:cNvPr>
          <p:cNvSpPr txBox="1"/>
          <p:nvPr/>
        </p:nvSpPr>
        <p:spPr>
          <a:xfrm>
            <a:off x="5445156" y="788921"/>
            <a:ext cx="554649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int </a:t>
            </a:r>
            <a:r>
              <a:rPr lang="en-US" sz="2400" b="0" dirty="0" err="1">
                <a:effectLst/>
                <a:latin typeface="SourceCodePro"/>
              </a:rPr>
              <a:t>viralAdvertising</a:t>
            </a:r>
            <a:r>
              <a:rPr lang="en-US" sz="2400" b="0" dirty="0">
                <a:effectLst/>
                <a:latin typeface="SourceCodePro"/>
              </a:rPr>
              <a:t>(int n) {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int shared = 5, liked, cumulative = 0; </a:t>
            </a:r>
          </a:p>
          <a:p>
            <a:pPr>
              <a:buNone/>
            </a:pPr>
            <a:br>
              <a:rPr lang="en-US" sz="2400" b="0" dirty="0">
                <a:effectLst/>
                <a:latin typeface="SourceCodePro"/>
              </a:rPr>
            </a:br>
            <a:r>
              <a:rPr lang="en-US" sz="2400" b="0" dirty="0">
                <a:effectLst/>
                <a:latin typeface="SourceCodePro"/>
              </a:rPr>
              <a:t>    for (int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 = 1;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 &lt;= n; </a:t>
            </a:r>
            <a:r>
              <a:rPr lang="en-US" sz="2400" b="0" dirty="0" err="1">
                <a:effectLst/>
                <a:latin typeface="SourceCodePro"/>
              </a:rPr>
              <a:t>i</a:t>
            </a:r>
            <a:r>
              <a:rPr lang="en-US" sz="2400" b="0" dirty="0">
                <a:effectLst/>
                <a:latin typeface="SourceCodePro"/>
              </a:rPr>
              <a:t>++) {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    liked = shared / 2; 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    cumulative += liked; 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    shared = liked * 3;   </a:t>
            </a:r>
          </a:p>
          <a:p>
            <a:pPr>
              <a:buNone/>
            </a:pPr>
            <a:r>
              <a:rPr lang="en-US" sz="24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br>
              <a:rPr lang="en-US" sz="2400" b="0" dirty="0">
                <a:effectLst/>
                <a:latin typeface="SourceCodePro"/>
              </a:rPr>
            </a:br>
            <a:r>
              <a:rPr lang="en-US" sz="2400" b="0" dirty="0">
                <a:effectLst/>
                <a:latin typeface="SourceCodePro"/>
              </a:rPr>
              <a:t>    return cumulative;</a:t>
            </a:r>
          </a:p>
          <a:p>
            <a:r>
              <a:rPr lang="en-US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2582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F196-3B1D-1151-A392-5B648405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6F139F-23B0-F41B-930B-CDE5535E952D}"/>
              </a:ext>
            </a:extLst>
          </p:cNvPr>
          <p:cNvSpPr txBox="1"/>
          <p:nvPr/>
        </p:nvSpPr>
        <p:spPr>
          <a:xfrm>
            <a:off x="443060" y="13850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 dirty="0">
                <a:solidFill>
                  <a:srgbClr val="0E141E"/>
                </a:solidFill>
                <a:effectLst/>
                <a:latin typeface="var(--font-family-text)"/>
              </a:rPr>
              <a:t>Find Digits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C384E-CB85-21F3-4470-46FFB77B1961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32867-4789-0D56-3097-2C51E7C264FB}"/>
              </a:ext>
            </a:extLst>
          </p:cNvPr>
          <p:cNvSpPr txBox="1"/>
          <p:nvPr/>
        </p:nvSpPr>
        <p:spPr>
          <a:xfrm>
            <a:off x="141402" y="772999"/>
            <a:ext cx="5147036" cy="579748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sz="2400" dirty="0"/>
              <a:t>int </a:t>
            </a:r>
            <a:r>
              <a:rPr lang="en-IN" sz="2400" dirty="0" err="1"/>
              <a:t>findDigits</a:t>
            </a:r>
            <a:r>
              <a:rPr lang="en-IN" sz="2400" dirty="0"/>
              <a:t>(int n) {</a:t>
            </a:r>
          </a:p>
          <a:p>
            <a:r>
              <a:rPr lang="en-IN" sz="2400" dirty="0"/>
              <a:t>    int temp = n;</a:t>
            </a:r>
          </a:p>
          <a:p>
            <a:r>
              <a:rPr lang="en-IN" sz="2400" dirty="0"/>
              <a:t>    int count = 0;</a:t>
            </a:r>
          </a:p>
          <a:p>
            <a:r>
              <a:rPr lang="en-IN" sz="2400" dirty="0"/>
              <a:t>    while(n != 0){</a:t>
            </a:r>
          </a:p>
          <a:p>
            <a:r>
              <a:rPr lang="en-IN" sz="2400" dirty="0"/>
              <a:t>        int a = n % 10;</a:t>
            </a:r>
          </a:p>
          <a:p>
            <a:r>
              <a:rPr lang="en-IN" sz="2400" dirty="0"/>
              <a:t>        if(a == 0){</a:t>
            </a:r>
          </a:p>
          <a:p>
            <a:r>
              <a:rPr lang="en-IN" sz="2400" dirty="0"/>
              <a:t>            n = n/10;</a:t>
            </a:r>
          </a:p>
          <a:p>
            <a:r>
              <a:rPr lang="en-IN" sz="2400" dirty="0"/>
              <a:t>            continue;</a:t>
            </a:r>
          </a:p>
          <a:p>
            <a:r>
              <a:rPr lang="en-IN" sz="2400" dirty="0"/>
              <a:t>        }else{</a:t>
            </a:r>
          </a:p>
          <a:p>
            <a:r>
              <a:rPr lang="en-IN" sz="2400" dirty="0"/>
              <a:t>            if(temp % a == 0){</a:t>
            </a:r>
          </a:p>
          <a:p>
            <a:r>
              <a:rPr lang="en-IN" sz="2400" dirty="0"/>
              <a:t>                count++;   </a:t>
            </a:r>
          </a:p>
          <a:p>
            <a:r>
              <a:rPr lang="en-IN" sz="2400" dirty="0"/>
              <a:t>            }</a:t>
            </a:r>
          </a:p>
          <a:p>
            <a:r>
              <a:rPr lang="en-IN" sz="2400" dirty="0"/>
              <a:t>        }</a:t>
            </a:r>
          </a:p>
          <a:p>
            <a:r>
              <a:rPr lang="en-IN" sz="2400" dirty="0"/>
              <a:t>        n = n/10;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    return count;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3EBD7-8281-54DD-77B9-BD6B3D6EF9A7}"/>
              </a:ext>
            </a:extLst>
          </p:cNvPr>
          <p:cNvSpPr txBox="1"/>
          <p:nvPr/>
        </p:nvSpPr>
        <p:spPr>
          <a:xfrm>
            <a:off x="5288437" y="523220"/>
            <a:ext cx="60944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int </a:t>
            </a:r>
            <a:r>
              <a:rPr lang="en-IN" sz="2400" b="0" dirty="0" err="1">
                <a:effectLst/>
                <a:latin typeface="SourceCodePro"/>
              </a:rPr>
              <a:t>findDigits</a:t>
            </a:r>
            <a:r>
              <a:rPr lang="en-IN" sz="2400" b="0" dirty="0">
                <a:effectLst/>
                <a:latin typeface="SourceCodePro"/>
              </a:rPr>
              <a:t>(int n) 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int temp = n, a, count=0;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while(temp &gt; 0){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a = temp % 10;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if(a == 0){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temp = temp/10;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continue;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}else{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if(n % a == 0){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    count++;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    temp = temp / 10;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sz="2400" b="0" dirty="0">
                <a:effectLst/>
                <a:latin typeface="SourceCodePro"/>
              </a:rPr>
              <a:t>    return count;</a:t>
            </a:r>
          </a:p>
          <a:p>
            <a:r>
              <a:rPr lang="en-IN" sz="2400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9473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1F02-70A4-A18A-CB97-FFBFEC43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5799"/>
          </a:xfrm>
        </p:spPr>
        <p:txBody>
          <a:bodyPr>
            <a:normAutofit/>
          </a:bodyPr>
          <a:lstStyle/>
          <a:p>
            <a:pPr algn="ctr"/>
            <a:r>
              <a:rPr lang="en-IN" sz="13800" b="1" dirty="0">
                <a:latin typeface="Arial Black" panose="020B0A04020102020204" pitchFamily="34" charset="0"/>
              </a:rPr>
              <a:t>More Question</a:t>
            </a:r>
            <a:endParaRPr lang="en-IN" sz="115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504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FC702-9065-9CF8-2ECE-6D9573DA0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8F4A09-EB59-0A36-2CA6-0E0DC0CD9887}"/>
              </a:ext>
            </a:extLst>
          </p:cNvPr>
          <p:cNvSpPr txBox="1"/>
          <p:nvPr/>
        </p:nvSpPr>
        <p:spPr>
          <a:xfrm>
            <a:off x="443060" y="13850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IN" sz="4400" b="1" i="0" dirty="0">
                <a:effectLst/>
                <a:latin typeface="var(--font-family-text)"/>
              </a:rPr>
              <a:t>Between Two 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590E8-AB00-E443-1671-56B706B3C7D9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DF554-3321-1214-BEB8-1EBF9A6569A7}"/>
              </a:ext>
            </a:extLst>
          </p:cNvPr>
          <p:cNvSpPr txBox="1"/>
          <p:nvPr/>
        </p:nvSpPr>
        <p:spPr>
          <a:xfrm>
            <a:off x="6240544" y="907941"/>
            <a:ext cx="5731496" cy="568255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dirty="0"/>
              <a:t>int </a:t>
            </a:r>
            <a:r>
              <a:rPr lang="en-IN" dirty="0" err="1"/>
              <a:t>gcd</a:t>
            </a:r>
            <a:r>
              <a:rPr lang="en-IN" dirty="0"/>
              <a:t>(int a, int b){</a:t>
            </a:r>
          </a:p>
          <a:p>
            <a:r>
              <a:rPr lang="en-IN" dirty="0"/>
              <a:t>    while(b != 0){</a:t>
            </a:r>
          </a:p>
          <a:p>
            <a:r>
              <a:rPr lang="en-IN" dirty="0"/>
              <a:t>        int temp = b;</a:t>
            </a:r>
          </a:p>
          <a:p>
            <a:r>
              <a:rPr lang="en-IN" dirty="0"/>
              <a:t>        b = a % b;</a:t>
            </a:r>
          </a:p>
          <a:p>
            <a:r>
              <a:rPr lang="en-IN" dirty="0"/>
              <a:t>        a = temp;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a;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lcm(int a, int b){</a:t>
            </a:r>
          </a:p>
          <a:p>
            <a:r>
              <a:rPr lang="en-IN" dirty="0"/>
              <a:t>    return (a * b) /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a,b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</a:t>
            </a:r>
            <a:r>
              <a:rPr lang="en-IN" dirty="0" err="1"/>
              <a:t>getTotalX</a:t>
            </a:r>
            <a:r>
              <a:rPr lang="en-IN" dirty="0"/>
              <a:t>(int </a:t>
            </a:r>
            <a:r>
              <a:rPr lang="en-IN" dirty="0" err="1"/>
              <a:t>a_count</a:t>
            </a:r>
            <a:r>
              <a:rPr lang="en-IN" dirty="0"/>
              <a:t>, int* a, int </a:t>
            </a:r>
            <a:r>
              <a:rPr lang="en-IN" dirty="0" err="1"/>
              <a:t>b_count</a:t>
            </a:r>
            <a:r>
              <a:rPr lang="en-IN" dirty="0"/>
              <a:t>, int* b) {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int </a:t>
            </a:r>
            <a:r>
              <a:rPr lang="en-IN" dirty="0" err="1"/>
              <a:t>g_result</a:t>
            </a:r>
            <a:r>
              <a:rPr lang="en-IN" dirty="0"/>
              <a:t> = b[0], </a:t>
            </a:r>
            <a:r>
              <a:rPr lang="en-IN" dirty="0" err="1"/>
              <a:t>l_result</a:t>
            </a:r>
            <a:r>
              <a:rPr lang="en-IN" dirty="0"/>
              <a:t> = a[0],count=0;</a:t>
            </a:r>
          </a:p>
          <a:p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b_count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++){</a:t>
            </a:r>
          </a:p>
          <a:p>
            <a:r>
              <a:rPr lang="en-IN" dirty="0"/>
              <a:t>       </a:t>
            </a:r>
            <a:r>
              <a:rPr lang="en-IN" dirty="0" err="1"/>
              <a:t>g_result</a:t>
            </a:r>
            <a:r>
              <a:rPr lang="en-IN" dirty="0"/>
              <a:t> = </a:t>
            </a:r>
            <a:r>
              <a:rPr lang="en-IN" dirty="0" err="1"/>
              <a:t>gcd</a:t>
            </a:r>
            <a:r>
              <a:rPr lang="en-IN" dirty="0"/>
              <a:t>(</a:t>
            </a:r>
            <a:r>
              <a:rPr lang="en-IN" dirty="0" err="1"/>
              <a:t>g_result,b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 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for(int j = 0; j &lt; </a:t>
            </a:r>
            <a:r>
              <a:rPr lang="en-IN" dirty="0" err="1"/>
              <a:t>a_count</a:t>
            </a:r>
            <a:r>
              <a:rPr lang="en-IN" dirty="0"/>
              <a:t>; </a:t>
            </a:r>
            <a:r>
              <a:rPr lang="en-IN" dirty="0" err="1"/>
              <a:t>j++</a:t>
            </a:r>
            <a:r>
              <a:rPr lang="en-IN" dirty="0"/>
              <a:t>){</a:t>
            </a:r>
          </a:p>
          <a:p>
            <a:r>
              <a:rPr lang="en-IN" dirty="0"/>
              <a:t>        </a:t>
            </a:r>
            <a:r>
              <a:rPr lang="en-IN" dirty="0" err="1"/>
              <a:t>l_result</a:t>
            </a:r>
            <a:r>
              <a:rPr lang="en-IN" dirty="0"/>
              <a:t> = lcm(</a:t>
            </a:r>
            <a:r>
              <a:rPr lang="en-IN" dirty="0" err="1"/>
              <a:t>l_result,a</a:t>
            </a:r>
            <a:r>
              <a:rPr lang="en-IN" dirty="0"/>
              <a:t>[j]);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for(int k = </a:t>
            </a:r>
            <a:r>
              <a:rPr lang="en-IN" dirty="0" err="1"/>
              <a:t>l_result</a:t>
            </a:r>
            <a:r>
              <a:rPr lang="en-IN" dirty="0"/>
              <a:t>; k &lt;= </a:t>
            </a:r>
            <a:r>
              <a:rPr lang="en-IN" dirty="0" err="1"/>
              <a:t>g_result</a:t>
            </a:r>
            <a:r>
              <a:rPr lang="en-IN" dirty="0"/>
              <a:t>; k+=</a:t>
            </a:r>
            <a:r>
              <a:rPr lang="en-IN" dirty="0" err="1"/>
              <a:t>l_result</a:t>
            </a:r>
            <a:r>
              <a:rPr lang="en-IN" dirty="0"/>
              <a:t>){</a:t>
            </a:r>
          </a:p>
          <a:p>
            <a:r>
              <a:rPr lang="en-IN" dirty="0"/>
              <a:t>        if(</a:t>
            </a:r>
            <a:r>
              <a:rPr lang="en-IN" dirty="0" err="1"/>
              <a:t>g_result%k</a:t>
            </a:r>
            <a:r>
              <a:rPr lang="en-IN" dirty="0"/>
              <a:t> ==0){</a:t>
            </a:r>
          </a:p>
          <a:p>
            <a:r>
              <a:rPr lang="en-IN" dirty="0"/>
              <a:t>            count++;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count;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044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3749F-DD35-87D2-1406-4A91862A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852DFE-C025-50D1-1152-F6D28D88082B}"/>
              </a:ext>
            </a:extLst>
          </p:cNvPr>
          <p:cNvSpPr txBox="1"/>
          <p:nvPr/>
        </p:nvSpPr>
        <p:spPr>
          <a:xfrm>
            <a:off x="443060" y="13850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IN" sz="4400" b="1" i="0" dirty="0">
                <a:effectLst/>
                <a:latin typeface="var(--font-family-text)"/>
              </a:rPr>
              <a:t>Picking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1CE72-3094-9B30-C087-8205E17499B8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85B16-0752-3EA6-D2F9-CE0D826821FD}"/>
              </a:ext>
            </a:extLst>
          </p:cNvPr>
          <p:cNvSpPr txBox="1"/>
          <p:nvPr/>
        </p:nvSpPr>
        <p:spPr>
          <a:xfrm>
            <a:off x="6928700" y="646331"/>
            <a:ext cx="4967927" cy="578725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0" dirty="0">
                <a:effectLst/>
                <a:latin typeface="SourceCodePro"/>
              </a:rPr>
              <a:t>int </a:t>
            </a:r>
            <a:r>
              <a:rPr lang="en-IN" b="0" dirty="0" err="1">
                <a:effectLst/>
                <a:latin typeface="SourceCodePro"/>
              </a:rPr>
              <a:t>pickingNumbers</a:t>
            </a:r>
            <a:r>
              <a:rPr lang="en-IN" b="0" dirty="0">
                <a:effectLst/>
                <a:latin typeface="SourceCodePro"/>
              </a:rPr>
              <a:t>(int </a:t>
            </a:r>
            <a:r>
              <a:rPr lang="en-IN" b="0" dirty="0" err="1">
                <a:effectLst/>
                <a:latin typeface="SourceCodePro"/>
              </a:rPr>
              <a:t>a_count</a:t>
            </a:r>
            <a:r>
              <a:rPr lang="en-IN" b="0" dirty="0">
                <a:effectLst/>
                <a:latin typeface="SourceCodePro"/>
              </a:rPr>
              <a:t>, int* a) 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</a:t>
            </a:r>
            <a:r>
              <a:rPr lang="en-IN" b="0" dirty="0" err="1">
                <a:effectLst/>
                <a:latin typeface="SourceCodePro"/>
              </a:rPr>
              <a:t>feq</a:t>
            </a:r>
            <a:r>
              <a:rPr lang="en-IN" b="0" dirty="0">
                <a:effectLst/>
                <a:latin typeface="SourceCodePro"/>
              </a:rPr>
              <a:t>[100]={0};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max = 0;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for(int  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 = 0;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 &lt; </a:t>
            </a:r>
            <a:r>
              <a:rPr lang="en-IN" b="0" dirty="0" err="1">
                <a:effectLst/>
                <a:latin typeface="SourceCodePro"/>
              </a:rPr>
              <a:t>a_count</a:t>
            </a:r>
            <a:r>
              <a:rPr lang="en-IN" b="0" dirty="0">
                <a:effectLst/>
                <a:latin typeface="SourceCodePro"/>
              </a:rPr>
              <a:t>;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++){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</a:t>
            </a:r>
            <a:r>
              <a:rPr lang="en-IN" b="0" dirty="0" err="1">
                <a:effectLst/>
                <a:latin typeface="SourceCodePro"/>
              </a:rPr>
              <a:t>feq</a:t>
            </a:r>
            <a:r>
              <a:rPr lang="en-IN" b="0" dirty="0">
                <a:effectLst/>
                <a:latin typeface="SourceCodePro"/>
              </a:rPr>
              <a:t>[a[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]]++;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for(int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 = 0;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 &lt; 99;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++) {  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if (</a:t>
            </a:r>
            <a:r>
              <a:rPr lang="en-IN" b="0" dirty="0" err="1">
                <a:effectLst/>
                <a:latin typeface="SourceCodePro"/>
              </a:rPr>
              <a:t>feq</a:t>
            </a:r>
            <a:r>
              <a:rPr lang="en-IN" b="0" dirty="0">
                <a:effectLst/>
                <a:latin typeface="SourceCodePro"/>
              </a:rPr>
              <a:t>[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] + </a:t>
            </a:r>
            <a:r>
              <a:rPr lang="en-IN" b="0" dirty="0" err="1">
                <a:effectLst/>
                <a:latin typeface="SourceCodePro"/>
              </a:rPr>
              <a:t>feq</a:t>
            </a:r>
            <a:r>
              <a:rPr lang="en-IN" b="0" dirty="0">
                <a:effectLst/>
                <a:latin typeface="SourceCodePro"/>
              </a:rPr>
              <a:t>[i+1] &gt; max) {  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max = </a:t>
            </a:r>
            <a:r>
              <a:rPr lang="en-IN" b="0" dirty="0" err="1">
                <a:effectLst/>
                <a:latin typeface="SourceCodePro"/>
              </a:rPr>
              <a:t>feq</a:t>
            </a:r>
            <a:r>
              <a:rPr lang="en-IN" b="0" dirty="0">
                <a:effectLst/>
                <a:latin typeface="SourceCodePro"/>
              </a:rPr>
              <a:t>[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] + </a:t>
            </a:r>
            <a:r>
              <a:rPr lang="en-IN" b="0" dirty="0" err="1">
                <a:effectLst/>
                <a:latin typeface="SourceCodePro"/>
              </a:rPr>
              <a:t>feq</a:t>
            </a:r>
            <a:r>
              <a:rPr lang="en-IN" b="0" dirty="0">
                <a:effectLst/>
                <a:latin typeface="SourceCodePro"/>
              </a:rPr>
              <a:t>[i+1];  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br>
              <a:rPr lang="en-IN" b="0" dirty="0">
                <a:effectLst/>
                <a:latin typeface="SourceCodePro"/>
              </a:rPr>
            </a:br>
            <a:r>
              <a:rPr lang="en-IN" b="0" dirty="0">
                <a:effectLst/>
                <a:latin typeface="SourceCodePro"/>
              </a:rPr>
              <a:t>    return max;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}</a:t>
            </a:r>
          </a:p>
          <a:p>
            <a:br>
              <a:rPr lang="en-IN" b="0" dirty="0">
                <a:effectLst/>
                <a:latin typeface="SourceCodePro"/>
              </a:rPr>
            </a:br>
            <a:endParaRPr lang="en-IN" b="0" dirty="0">
              <a:effectLst/>
              <a:latin typeface="SourceCodePro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595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576E-D206-FF0E-4C3C-DE7DA7D1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E3CBE1-DA42-D5F0-6D51-3487F1891652}"/>
              </a:ext>
            </a:extLst>
          </p:cNvPr>
          <p:cNvSpPr txBox="1"/>
          <p:nvPr/>
        </p:nvSpPr>
        <p:spPr>
          <a:xfrm>
            <a:off x="443060" y="138500"/>
            <a:ext cx="9690755" cy="67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4500"/>
              </a:lnSpc>
            </a:pPr>
            <a:r>
              <a:rPr lang="en-US" sz="4400" b="1" i="0" dirty="0">
                <a:effectLst/>
                <a:latin typeface="Satoshi"/>
              </a:rPr>
              <a:t>Jumping on the Clouds: Revisited</a:t>
            </a:r>
            <a:endParaRPr lang="en-US" sz="4400" b="1" i="0" dirty="0">
              <a:effectLst/>
              <a:latin typeface="var(--font-family-text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3C3B0-2B0A-3CDA-CF0D-75783F8D78F1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E07E0-9BAE-3D82-3FB1-935D54408D27}"/>
              </a:ext>
            </a:extLst>
          </p:cNvPr>
          <p:cNvSpPr txBox="1"/>
          <p:nvPr/>
        </p:nvSpPr>
        <p:spPr>
          <a:xfrm>
            <a:off x="7173798" y="812594"/>
            <a:ext cx="4798242" cy="535531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dirty="0"/>
              <a:t>int </a:t>
            </a:r>
            <a:r>
              <a:rPr lang="en-IN" dirty="0" err="1"/>
              <a:t>jumpingOnClouds</a:t>
            </a:r>
            <a:r>
              <a:rPr lang="en-IN" dirty="0"/>
              <a:t>(int </a:t>
            </a:r>
            <a:r>
              <a:rPr lang="en-IN" dirty="0" err="1"/>
              <a:t>c_count</a:t>
            </a:r>
            <a:r>
              <a:rPr lang="en-IN" dirty="0"/>
              <a:t>, int* c, int k) {</a:t>
            </a:r>
          </a:p>
          <a:p>
            <a:r>
              <a:rPr lang="en-IN" dirty="0"/>
              <a:t>    int e = 100;</a:t>
            </a:r>
          </a:p>
          <a:p>
            <a:r>
              <a:rPr lang="en-IN" dirty="0"/>
              <a:t>    if(c[0] == 0){</a:t>
            </a:r>
          </a:p>
          <a:p>
            <a:r>
              <a:rPr lang="en-IN" dirty="0"/>
              <a:t>        e -=1;</a:t>
            </a:r>
          </a:p>
          <a:p>
            <a:r>
              <a:rPr lang="en-IN" dirty="0"/>
              <a:t>    }else{</a:t>
            </a:r>
          </a:p>
          <a:p>
            <a:r>
              <a:rPr lang="en-IN" dirty="0"/>
              <a:t>        e -=3;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for(int  </a:t>
            </a:r>
            <a:r>
              <a:rPr lang="en-IN" dirty="0" err="1"/>
              <a:t>i</a:t>
            </a:r>
            <a:r>
              <a:rPr lang="en-IN" dirty="0"/>
              <a:t> = ((0+k)%</a:t>
            </a:r>
            <a:r>
              <a:rPr lang="en-IN" dirty="0" err="1"/>
              <a:t>c_count</a:t>
            </a:r>
            <a:r>
              <a:rPr lang="en-IN" dirty="0"/>
              <a:t>) ; </a:t>
            </a:r>
            <a:r>
              <a:rPr lang="en-IN" dirty="0" err="1"/>
              <a:t>i</a:t>
            </a:r>
            <a:r>
              <a:rPr lang="en-IN" dirty="0"/>
              <a:t> != 0;i =((</a:t>
            </a:r>
            <a:r>
              <a:rPr lang="en-IN" dirty="0" err="1"/>
              <a:t>i+k</a:t>
            </a:r>
            <a:r>
              <a:rPr lang="en-IN" dirty="0"/>
              <a:t>)%</a:t>
            </a:r>
            <a:r>
              <a:rPr lang="en-IN" dirty="0" err="1"/>
              <a:t>c_count</a:t>
            </a:r>
            <a:r>
              <a:rPr lang="en-IN" dirty="0"/>
              <a:t>)){</a:t>
            </a:r>
          </a:p>
          <a:p>
            <a:r>
              <a:rPr lang="en-IN" dirty="0"/>
              <a:t>        if(c[</a:t>
            </a:r>
            <a:r>
              <a:rPr lang="en-IN" dirty="0" err="1"/>
              <a:t>i</a:t>
            </a:r>
            <a:r>
              <a:rPr lang="en-IN" dirty="0"/>
              <a:t>] == 0){</a:t>
            </a:r>
          </a:p>
          <a:p>
            <a:r>
              <a:rPr lang="en-IN" dirty="0"/>
              <a:t>            e -= 1;</a:t>
            </a:r>
          </a:p>
          <a:p>
            <a:r>
              <a:rPr lang="en-IN" dirty="0"/>
              <a:t>        }else if(c[</a:t>
            </a:r>
            <a:r>
              <a:rPr lang="en-IN" dirty="0" err="1"/>
              <a:t>i</a:t>
            </a:r>
            <a:r>
              <a:rPr lang="en-IN" dirty="0"/>
              <a:t>] == 1){</a:t>
            </a:r>
          </a:p>
          <a:p>
            <a:r>
              <a:rPr lang="en-IN" dirty="0"/>
              <a:t>            e -=3;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e;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70207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C208-C2B7-7C6E-7AD6-79C1B0D4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89362B-65B8-6D99-9EDC-6CE569756ADF}"/>
              </a:ext>
            </a:extLst>
          </p:cNvPr>
          <p:cNvSpPr txBox="1"/>
          <p:nvPr/>
        </p:nvSpPr>
        <p:spPr>
          <a:xfrm>
            <a:off x="443060" y="13850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IN" sz="4400" b="1" i="0" dirty="0">
                <a:effectLst/>
                <a:latin typeface="Satoshi"/>
              </a:rPr>
              <a:t>Append and Delete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8F3D1-2207-C149-7F53-1A7498F307B8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41AE8-3591-CE70-84D3-5371DCF17533}"/>
              </a:ext>
            </a:extLst>
          </p:cNvPr>
          <p:cNvSpPr txBox="1"/>
          <p:nvPr/>
        </p:nvSpPr>
        <p:spPr>
          <a:xfrm>
            <a:off x="5033913" y="812594"/>
            <a:ext cx="7158087" cy="604540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0" dirty="0">
                <a:effectLst/>
                <a:latin typeface="SourceCodePro"/>
              </a:rPr>
              <a:t>char* </a:t>
            </a:r>
            <a:r>
              <a:rPr lang="en-IN" b="0" dirty="0" err="1">
                <a:effectLst/>
                <a:latin typeface="SourceCodePro"/>
              </a:rPr>
              <a:t>appendAndDelete</a:t>
            </a:r>
            <a:r>
              <a:rPr lang="en-IN" b="0" dirty="0">
                <a:effectLst/>
                <a:latin typeface="SourceCodePro"/>
              </a:rPr>
              <a:t>(char* s, char* t, int k) 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 = 0;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while(s[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] == t[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] &amp;&amp; s[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] !='\0' &amp;&amp; t[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] != '\0'){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++;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 = </a:t>
            </a:r>
            <a:r>
              <a:rPr lang="en-IN" b="0" dirty="0" err="1">
                <a:effectLst/>
                <a:latin typeface="SourceCodePro"/>
              </a:rPr>
              <a:t>strlen</a:t>
            </a:r>
            <a:r>
              <a:rPr lang="en-IN" b="0" dirty="0">
                <a:effectLst/>
                <a:latin typeface="SourceCodePro"/>
              </a:rPr>
              <a:t>(s) - 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j = </a:t>
            </a:r>
            <a:r>
              <a:rPr lang="en-IN" b="0" dirty="0" err="1">
                <a:effectLst/>
                <a:latin typeface="SourceCodePro"/>
              </a:rPr>
              <a:t>strlen</a:t>
            </a:r>
            <a:r>
              <a:rPr lang="en-IN" b="0" dirty="0">
                <a:effectLst/>
                <a:latin typeface="SourceCodePro"/>
              </a:rPr>
              <a:t>(t) - </a:t>
            </a:r>
            <a:r>
              <a:rPr lang="en-IN" b="0" dirty="0" err="1">
                <a:effectLst/>
                <a:latin typeface="SourceCodePro"/>
              </a:rPr>
              <a:t>commonLength</a:t>
            </a:r>
            <a:r>
              <a:rPr lang="en-IN" b="0" dirty="0">
                <a:effectLst/>
                <a:latin typeface="SourceCodePro"/>
              </a:rPr>
              <a:t>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</a:t>
            </a:r>
            <a:r>
              <a:rPr lang="en-IN" b="0" dirty="0" err="1">
                <a:effectLst/>
                <a:latin typeface="SourceCodePro"/>
              </a:rPr>
              <a:t>minoperation</a:t>
            </a:r>
            <a:r>
              <a:rPr lang="en-IN" b="0" dirty="0">
                <a:effectLst/>
                <a:latin typeface="SourceCodePro"/>
              </a:rPr>
              <a:t> = </a:t>
            </a:r>
            <a:r>
              <a:rPr lang="en-IN" b="0" dirty="0" err="1">
                <a:effectLst/>
                <a:latin typeface="SourceCodePro"/>
              </a:rPr>
              <a:t>i</a:t>
            </a:r>
            <a:r>
              <a:rPr lang="en-IN" b="0" dirty="0">
                <a:effectLst/>
                <a:latin typeface="SourceCodePro"/>
              </a:rPr>
              <a:t> + j;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if(k == </a:t>
            </a:r>
            <a:r>
              <a:rPr lang="en-IN" b="0" dirty="0" err="1">
                <a:effectLst/>
                <a:latin typeface="SourceCodePro"/>
              </a:rPr>
              <a:t>minoperation</a:t>
            </a:r>
            <a:r>
              <a:rPr lang="en-IN" b="0" dirty="0">
                <a:effectLst/>
                <a:latin typeface="SourceCodePro"/>
              </a:rPr>
              <a:t>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return "Yes";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}else if(k &gt; </a:t>
            </a:r>
            <a:r>
              <a:rPr lang="en-IN" b="0" dirty="0" err="1">
                <a:effectLst/>
                <a:latin typeface="SourceCodePro"/>
              </a:rPr>
              <a:t>minoperation</a:t>
            </a:r>
            <a:r>
              <a:rPr lang="en-IN" b="0" dirty="0">
                <a:effectLst/>
                <a:latin typeface="SourceCodePro"/>
              </a:rPr>
              <a:t> &amp;&amp; (k -</a:t>
            </a:r>
            <a:r>
              <a:rPr lang="en-IN" b="0" dirty="0" err="1">
                <a:effectLst/>
                <a:latin typeface="SourceCodePro"/>
              </a:rPr>
              <a:t>minoperation</a:t>
            </a:r>
            <a:r>
              <a:rPr lang="en-IN" b="0" dirty="0">
                <a:effectLst/>
                <a:latin typeface="SourceCodePro"/>
              </a:rPr>
              <a:t>) % 2 == 0){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return "Yes";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}else if(k &gt;= </a:t>
            </a:r>
            <a:r>
              <a:rPr lang="en-IN" b="0" dirty="0" err="1">
                <a:effectLst/>
                <a:latin typeface="SourceCodePro"/>
              </a:rPr>
              <a:t>strlen</a:t>
            </a:r>
            <a:r>
              <a:rPr lang="en-IN" b="0" dirty="0">
                <a:effectLst/>
                <a:latin typeface="SourceCodePro"/>
              </a:rPr>
              <a:t>(s) + </a:t>
            </a:r>
            <a:r>
              <a:rPr lang="en-IN" b="0" dirty="0" err="1">
                <a:effectLst/>
                <a:latin typeface="SourceCodePro"/>
              </a:rPr>
              <a:t>strlen</a:t>
            </a:r>
            <a:r>
              <a:rPr lang="en-IN" b="0" dirty="0">
                <a:effectLst/>
                <a:latin typeface="SourceCodePro"/>
              </a:rPr>
              <a:t>(t)){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return "Yes";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}else{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return "No";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}</a:t>
            </a:r>
          </a:p>
          <a:p>
            <a:br>
              <a:rPr lang="en-IN" b="0" dirty="0">
                <a:effectLst/>
                <a:latin typeface="SourceCodePro"/>
              </a:rPr>
            </a:br>
            <a:endParaRPr lang="en-IN" b="0" dirty="0">
              <a:effectLst/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12526381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4977-B681-928F-C932-C09FFA92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70575A-2D7D-79FF-6049-BBBC62BB44AD}"/>
              </a:ext>
            </a:extLst>
          </p:cNvPr>
          <p:cNvSpPr txBox="1"/>
          <p:nvPr/>
        </p:nvSpPr>
        <p:spPr>
          <a:xfrm>
            <a:off x="443060" y="138500"/>
            <a:ext cx="9690755" cy="67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4500"/>
              </a:lnSpc>
            </a:pPr>
            <a:r>
              <a:rPr lang="en-IN" sz="4400" b="1" i="0" dirty="0">
                <a:effectLst/>
                <a:latin typeface="Satoshi"/>
              </a:rPr>
              <a:t>Library Fine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0DCEA-7428-98C7-9A55-F7DDC76ABDE1}"/>
              </a:ext>
            </a:extLst>
          </p:cNvPr>
          <p:cNvSpPr txBox="1"/>
          <p:nvPr/>
        </p:nvSpPr>
        <p:spPr>
          <a:xfrm>
            <a:off x="141401" y="646331"/>
            <a:ext cx="11830639" cy="52322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291FF-0659-0175-8CCC-04F119631677}"/>
              </a:ext>
            </a:extLst>
          </p:cNvPr>
          <p:cNvSpPr txBox="1"/>
          <p:nvPr/>
        </p:nvSpPr>
        <p:spPr>
          <a:xfrm>
            <a:off x="5373278" y="812594"/>
            <a:ext cx="5976595" cy="507831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0" dirty="0">
                <a:effectLst/>
                <a:latin typeface="SourceCodePro"/>
              </a:rPr>
              <a:t>int </a:t>
            </a:r>
            <a:r>
              <a:rPr lang="en-IN" b="0" dirty="0" err="1">
                <a:effectLst/>
                <a:latin typeface="SourceCodePro"/>
              </a:rPr>
              <a:t>libraryFine</a:t>
            </a:r>
            <a:r>
              <a:rPr lang="en-IN" b="0" dirty="0">
                <a:effectLst/>
                <a:latin typeface="SourceCodePro"/>
              </a:rPr>
              <a:t>(int d1, int m1, int y1, int d2, int m2, int y2) 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int fine = 0;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if(y1 &gt; y2){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fine = 10000;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else if(y1 == y2){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if(m1 &gt; m2){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    fine = 500 * abs(m1-m2);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else if(m1 == m2 &amp;&amp; d1 &gt; d2){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    fine = 15 * abs(d2-d1);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        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}</a:t>
            </a:r>
          </a:p>
          <a:p>
            <a:pPr>
              <a:buNone/>
            </a:pPr>
            <a:r>
              <a:rPr lang="en-IN" b="0" dirty="0">
                <a:effectLst/>
                <a:latin typeface="SourceCodePro"/>
              </a:rPr>
              <a:t>return fine;</a:t>
            </a:r>
          </a:p>
          <a:p>
            <a:r>
              <a:rPr lang="en-IN" b="0" dirty="0">
                <a:effectLst/>
                <a:latin typeface="SourceCodePr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31768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6BA6-F46E-C08C-83BD-660861EF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D71F-B0EB-704A-0431-06F7AA9B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SET 11</a:t>
            </a:r>
          </a:p>
        </p:txBody>
      </p:sp>
    </p:spTree>
    <p:extLst>
      <p:ext uri="{BB962C8B-B14F-4D97-AF65-F5344CB8AC3E}">
        <p14:creationId xmlns:p14="http://schemas.microsoft.com/office/powerpoint/2010/main" val="23794104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A905C-88E7-EC07-D790-0D867AA7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099A42-00FF-CB1E-C7EF-0E0DADB59BF8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>
                <a:solidFill>
                  <a:srgbClr val="0E141E"/>
                </a:solidFill>
                <a:effectLst/>
                <a:latin typeface="var(--font-family-text)"/>
              </a:rPr>
              <a:t>Save the Prisoner!</a:t>
            </a:r>
            <a:endParaRPr lang="en-US" sz="4400" b="1" i="0" dirty="0">
              <a:solidFill>
                <a:srgbClr val="0E141E"/>
              </a:solidFill>
              <a:effectLst/>
              <a:latin typeface="var(--font-family-text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D23EF-0BE2-333F-B6F9-B0DC41112AEA}"/>
              </a:ext>
            </a:extLst>
          </p:cNvPr>
          <p:cNvSpPr txBox="1"/>
          <p:nvPr/>
        </p:nvSpPr>
        <p:spPr>
          <a:xfrm>
            <a:off x="141401" y="646330"/>
            <a:ext cx="10294071" cy="224676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sz="2800" dirty="0"/>
              <a:t>int </a:t>
            </a:r>
            <a:r>
              <a:rPr lang="en-US" sz="2800" dirty="0" err="1"/>
              <a:t>saveThePrisoner</a:t>
            </a:r>
            <a:r>
              <a:rPr lang="en-US" sz="2800" dirty="0"/>
              <a:t>(int n, int m, int s)</a:t>
            </a:r>
          </a:p>
          <a:p>
            <a:r>
              <a:rPr lang="en-US" sz="2800" dirty="0"/>
              <a:t> {</a:t>
            </a:r>
          </a:p>
          <a:p>
            <a:r>
              <a:rPr lang="en-US" sz="2800" dirty="0"/>
              <a:t>	int result = (s-1+m) % n;</a:t>
            </a:r>
          </a:p>
          <a:p>
            <a:r>
              <a:rPr lang="en-US" sz="2800" dirty="0"/>
              <a:t>    return (result == 0)? n : result; </a:t>
            </a:r>
          </a:p>
          <a:p>
            <a:r>
              <a:rPr lang="en-US" sz="2800" dirty="0"/>
              <a:t>}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9F1366-7B49-2115-07D0-8F7F460A2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3895052"/>
            <a:ext cx="784016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727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664CB-8615-21F9-CF43-A8D306C3A3A8}"/>
              </a:ext>
            </a:extLst>
          </p:cNvPr>
          <p:cNvSpPr txBox="1"/>
          <p:nvPr/>
        </p:nvSpPr>
        <p:spPr>
          <a:xfrm>
            <a:off x="75414" y="94268"/>
            <a:ext cx="12028602" cy="6740307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r>
              <a:rPr lang="en-US" sz="1600" dirty="0"/>
              <a:t>1. Modulo for </a:t>
            </a:r>
            <a:r>
              <a:rPr lang="en-US" sz="1600" dirty="0" err="1"/>
              <a:t>CyclesModulo</a:t>
            </a:r>
            <a:r>
              <a:rPr lang="en-US" sz="1600" dirty="0"/>
              <a:t> arithmetic is powerful when dealing with cycles or repeated patterns. The modulo operator (%) helps find the remainder of a division, which effectively wraps values around a fixed </a:t>
            </a:r>
            <a:r>
              <a:rPr lang="en-US" sz="1600" dirty="0" err="1"/>
              <a:t>range.Example</a:t>
            </a:r>
            <a:r>
              <a:rPr lang="en-US" sz="1600" dirty="0"/>
              <a:t> 1: Circular </a:t>
            </a:r>
            <a:r>
              <a:rPr lang="en-US" sz="1600" dirty="0" err="1"/>
              <a:t>IndexingImagine</a:t>
            </a:r>
            <a:r>
              <a:rPr lang="en-US" sz="1600" dirty="0"/>
              <a:t> there are n = 5 items arranged in a circle, indexed as 0, 1, 2, 3, 4. Starting from index s = 2, we want to move k = 8 steps forward. What is the final </a:t>
            </a:r>
            <a:r>
              <a:rPr lang="en-US" sz="1600" dirty="0" err="1"/>
              <a:t>position?Naive</a:t>
            </a:r>
            <a:r>
              <a:rPr lang="en-US" sz="1600" dirty="0"/>
              <a:t> Approach (Iterative): Move step by step, resetting to 0 when you exceed 4. Time complexity: 𝑂(𝑘)O(k).Optimized Approach (Using Modulo): Directly calculate the final position </a:t>
            </a:r>
            <a:r>
              <a:rPr lang="en-US" sz="1600" dirty="0" err="1"/>
              <a:t>using:Final</a:t>
            </a:r>
            <a:r>
              <a:rPr lang="en-US" sz="1600" dirty="0"/>
              <a:t> Position=(𝑠+𝑘)%𝑛Final Position=(</a:t>
            </a:r>
            <a:r>
              <a:rPr lang="en-US" sz="1600" dirty="0" err="1"/>
              <a:t>s+k</a:t>
            </a:r>
            <a:r>
              <a:rPr lang="en-US" sz="1600" dirty="0"/>
              <a:t>)%</a:t>
            </a:r>
            <a:r>
              <a:rPr lang="en-US" sz="1600" dirty="0" err="1"/>
              <a:t>nSubstituting</a:t>
            </a:r>
            <a:r>
              <a:rPr lang="en-US" sz="1600" dirty="0"/>
              <a:t>:(2+8)%5=10%5=0(2+8)%5=10%5=0Final Position: 0.Applications:Rotating arrays or </a:t>
            </a:r>
            <a:r>
              <a:rPr lang="en-US" sz="1600" dirty="0" err="1"/>
              <a:t>strings.Distributing</a:t>
            </a:r>
            <a:r>
              <a:rPr lang="en-US" sz="1600" dirty="0"/>
              <a:t> items in a cyclic </a:t>
            </a:r>
            <a:r>
              <a:rPr lang="en-US" sz="1600" dirty="0" err="1"/>
              <a:t>manner.Wrapping</a:t>
            </a:r>
            <a:r>
              <a:rPr lang="en-US" sz="1600" dirty="0"/>
              <a:t> indices for 2D grids or circular buffers.2. Summation </a:t>
            </a:r>
            <a:r>
              <a:rPr lang="en-US" sz="1600" dirty="0" err="1"/>
              <a:t>FormulasSummation</a:t>
            </a:r>
            <a:r>
              <a:rPr lang="en-US" sz="1600" dirty="0"/>
              <a:t> formulas simplify loops where a sequence of numbers needs to be added. Instead of iterating through all numbers, you use a direct </a:t>
            </a:r>
            <a:r>
              <a:rPr lang="en-US" sz="1600" dirty="0" err="1"/>
              <a:t>formula.Example</a:t>
            </a:r>
            <a:r>
              <a:rPr lang="en-US" sz="1600" dirty="0"/>
              <a:t> 2: Sum of First N Natural </a:t>
            </a:r>
            <a:r>
              <a:rPr lang="en-US" sz="1600" dirty="0" err="1"/>
              <a:t>NumbersTo</a:t>
            </a:r>
            <a:r>
              <a:rPr lang="en-US" sz="1600" dirty="0"/>
              <a:t> calculate the sum of numbers from 11 to 𝑛n:𝑆=1+2+3+…+𝑛S=1+2+3+…+</a:t>
            </a:r>
            <a:r>
              <a:rPr lang="en-US" sz="1600" dirty="0" err="1"/>
              <a:t>nInstead</a:t>
            </a:r>
            <a:r>
              <a:rPr lang="en-US" sz="1600" dirty="0"/>
              <a:t> of </a:t>
            </a:r>
            <a:r>
              <a:rPr lang="en-US" sz="1600" dirty="0" err="1"/>
              <a:t>looping:cppCopy</a:t>
            </a:r>
            <a:r>
              <a:rPr lang="en-US" sz="1600" dirty="0"/>
              <a:t> </a:t>
            </a:r>
            <a:r>
              <a:rPr lang="en-US" sz="1600" dirty="0" err="1"/>
              <a:t>codeint</a:t>
            </a:r>
            <a:r>
              <a:rPr lang="en-US" sz="1600" dirty="0"/>
              <a:t> sum = 0;for (int </a:t>
            </a:r>
            <a:r>
              <a:rPr lang="en-US" sz="1600" dirty="0" err="1"/>
              <a:t>i</a:t>
            </a:r>
            <a:r>
              <a:rPr lang="en-US" sz="1600" dirty="0"/>
              <a:t> = 1; </a:t>
            </a:r>
            <a:r>
              <a:rPr lang="en-US" sz="1600" dirty="0" err="1"/>
              <a:t>i</a:t>
            </a:r>
            <a:r>
              <a:rPr lang="en-US" sz="1600" dirty="0"/>
              <a:t> &lt;= n; </a:t>
            </a:r>
            <a:r>
              <a:rPr lang="en-US" sz="1600" dirty="0" err="1"/>
              <a:t>i</a:t>
            </a:r>
            <a:r>
              <a:rPr lang="en-US" sz="1600" dirty="0"/>
              <a:t>++) {    sum += </a:t>
            </a:r>
            <a:r>
              <a:rPr lang="en-US" sz="1600" dirty="0" err="1"/>
              <a:t>i</a:t>
            </a:r>
            <a:r>
              <a:rPr lang="en-US" sz="1600" dirty="0"/>
              <a:t>;}Use the formula:𝑆=𝑛⋅(𝑛+1)2S= 2n⋅(n+1)​ Example with Large N:If 𝑛=1000n=1000:Iterative approach takes 𝑂(𝑛)O(n): 1000 </a:t>
            </a:r>
            <a:r>
              <a:rPr lang="en-US" sz="1600" dirty="0" err="1"/>
              <a:t>iterations.Formula</a:t>
            </a:r>
            <a:r>
              <a:rPr lang="en-US" sz="1600" dirty="0"/>
              <a:t> computes in 𝑂(1)O(1): Direct </a:t>
            </a:r>
            <a:r>
              <a:rPr lang="en-US" sz="1600" dirty="0" err="1"/>
              <a:t>calculation.Related</a:t>
            </a:r>
            <a:r>
              <a:rPr lang="en-US" sz="1600" dirty="0"/>
              <a:t> </a:t>
            </a:r>
            <a:r>
              <a:rPr lang="en-US" sz="1600" dirty="0" err="1"/>
              <a:t>Formulas:Sum</a:t>
            </a:r>
            <a:r>
              <a:rPr lang="en-US" sz="1600" dirty="0"/>
              <a:t> of squares:𝑆=𝑛⋅(𝑛+1)⋅(2𝑛+1)6S= 6n⋅(n+1)⋅(2n+1)​ Sum of cubes:𝑆=(𝑛⋅(𝑛+1)2)2S=( 2n⋅(n+1)​ ) 2 </a:t>
            </a:r>
            <a:r>
              <a:rPr lang="en-US" sz="1600" dirty="0" err="1"/>
              <a:t>Applications:Finding</a:t>
            </a:r>
            <a:r>
              <a:rPr lang="en-US" sz="1600" dirty="0"/>
              <a:t> cumulative sums in </a:t>
            </a:r>
            <a:r>
              <a:rPr lang="en-US" sz="1600" dirty="0" err="1"/>
              <a:t>arrays.Calculating</a:t>
            </a:r>
            <a:r>
              <a:rPr lang="en-US" sz="1600" dirty="0"/>
              <a:t> series in physics or mathematics problems.3. Geometry/Number </a:t>
            </a:r>
            <a:r>
              <a:rPr lang="en-US" sz="1600" dirty="0" err="1"/>
              <a:t>TheoryThese</a:t>
            </a:r>
            <a:r>
              <a:rPr lang="en-US" sz="1600" dirty="0"/>
              <a:t> concepts often apply to problems involving wrapping, rotations, or step </a:t>
            </a:r>
            <a:r>
              <a:rPr lang="en-US" sz="1600" dirty="0" err="1"/>
              <a:t>sizes.Example</a:t>
            </a:r>
            <a:r>
              <a:rPr lang="en-US" sz="1600" dirty="0"/>
              <a:t> 3: Wrapping Around a </a:t>
            </a:r>
            <a:r>
              <a:rPr lang="en-US" sz="1600" dirty="0" err="1"/>
              <a:t>RangeSuppose</a:t>
            </a:r>
            <a:r>
              <a:rPr lang="en-US" sz="1600" dirty="0"/>
              <a:t> you have a game board with n = 10 squares (labeled 1 to 10), and a player starts at square 8. After rolling a dice (k = 6), where does the player </a:t>
            </a:r>
            <a:r>
              <a:rPr lang="en-US" sz="1600" dirty="0" err="1"/>
              <a:t>land?Naive</a:t>
            </a:r>
            <a:r>
              <a:rPr lang="en-US" sz="1600" dirty="0"/>
              <a:t> Approach: Count each step forward, resetting to 1 after 10. Time complexity: 𝑂(𝑘)O(k).Optimized Approach: </a:t>
            </a:r>
            <a:r>
              <a:rPr lang="en-US" sz="1600" dirty="0" err="1"/>
              <a:t>Use:Final</a:t>
            </a:r>
            <a:r>
              <a:rPr lang="en-US" sz="1600" dirty="0"/>
              <a:t> Position=((</a:t>
            </a:r>
            <a:r>
              <a:rPr lang="en-US" sz="1600" dirty="0" err="1"/>
              <a:t>Start+Steps</a:t>
            </a:r>
            <a:r>
              <a:rPr lang="en-US" sz="1600" dirty="0"/>
              <a:t>)−1)%𝑛+1Final Position=((</a:t>
            </a:r>
            <a:r>
              <a:rPr lang="en-US" sz="1600" dirty="0" err="1"/>
              <a:t>Start+Steps</a:t>
            </a:r>
            <a:r>
              <a:rPr lang="en-US" sz="1600" dirty="0"/>
              <a:t>)−1)%n+1Substituting:((8+6)−1)%10+1=(13−1)%10+1=2+1=3((8+6)−1)%10+1=(13−1)%10+1=2+1=3Final Position: 3.Example 4: Rotating a </a:t>
            </a:r>
            <a:r>
              <a:rPr lang="en-US" sz="1600" dirty="0" err="1"/>
              <a:t>MatrixA</a:t>
            </a:r>
            <a:r>
              <a:rPr lang="en-US" sz="1600" dirty="0"/>
              <a:t> matrix rotation problem can often involve modular arithmetic. If you rotate a 1D representation of the </a:t>
            </a:r>
            <a:r>
              <a:rPr lang="en-US" sz="1600" dirty="0" err="1"/>
              <a:t>matrix:Instead</a:t>
            </a:r>
            <a:r>
              <a:rPr lang="en-US" sz="1600" dirty="0"/>
              <a:t> of looping, calculate the new index </a:t>
            </a:r>
            <a:r>
              <a:rPr lang="en-US" sz="1600" dirty="0" err="1"/>
              <a:t>as:New</a:t>
            </a:r>
            <a:r>
              <a:rPr lang="en-US" sz="1600" dirty="0"/>
              <a:t> Index=(Current </a:t>
            </a:r>
            <a:r>
              <a:rPr lang="en-US" sz="1600" dirty="0" err="1"/>
              <a:t>Index+Rotation</a:t>
            </a:r>
            <a:r>
              <a:rPr lang="en-US" sz="1600" dirty="0"/>
              <a:t> Steps)%</a:t>
            </a:r>
            <a:r>
              <a:rPr lang="en-US" sz="1600" dirty="0" err="1"/>
              <a:t>LengthNew</a:t>
            </a:r>
            <a:r>
              <a:rPr lang="en-US" sz="1600" dirty="0"/>
              <a:t> Index=(Current </a:t>
            </a:r>
            <a:r>
              <a:rPr lang="en-US" sz="1600" dirty="0" err="1"/>
              <a:t>Index+Rotation</a:t>
            </a:r>
            <a:r>
              <a:rPr lang="en-US" sz="1600" dirty="0"/>
              <a:t> Steps)%</a:t>
            </a:r>
            <a:r>
              <a:rPr lang="en-US" sz="1600" dirty="0" err="1"/>
              <a:t>LengthExample</a:t>
            </a:r>
            <a:r>
              <a:rPr lang="en-US" sz="1600" dirty="0"/>
              <a:t> 5: GCD and Step </a:t>
            </a:r>
            <a:r>
              <a:rPr lang="en-US" sz="1600" dirty="0" err="1"/>
              <a:t>SizesIn</a:t>
            </a:r>
            <a:r>
              <a:rPr lang="en-US" sz="1600" dirty="0"/>
              <a:t> problems involving repeated patterns (e.g., tiling, scheduling), the greatest common divisor (GCD) or least common multiple (LCM) often provides </a:t>
            </a:r>
            <a:r>
              <a:rPr lang="en-US" sz="1600" dirty="0" err="1"/>
              <a:t>insights.Problem</a:t>
            </a:r>
            <a:r>
              <a:rPr lang="en-US" sz="1600" dirty="0"/>
              <a:t>: Two people walk in a circle of size 𝑛=12n=12. Person A takes steps of size 33, and Person B takes steps of size 44. Where do they </a:t>
            </a:r>
            <a:r>
              <a:rPr lang="en-US" sz="1600" dirty="0" err="1"/>
              <a:t>meet?Use</a:t>
            </a:r>
            <a:r>
              <a:rPr lang="en-US" sz="1600" dirty="0"/>
              <a:t> </a:t>
            </a:r>
            <a:r>
              <a:rPr lang="en-US" sz="1600" dirty="0" err="1"/>
              <a:t>GCD:Meeting</a:t>
            </a:r>
            <a:r>
              <a:rPr lang="en-US" sz="1600" dirty="0"/>
              <a:t> Point=LCM(Step </a:t>
            </a:r>
            <a:r>
              <a:rPr lang="en-US" sz="1600" dirty="0" err="1"/>
              <a:t>A,Step</a:t>
            </a:r>
            <a:r>
              <a:rPr lang="en-US" sz="1600" dirty="0"/>
              <a:t> B)%𝑛Meeting Point=LCM(Step </a:t>
            </a:r>
            <a:r>
              <a:rPr lang="en-US" sz="1600" dirty="0" err="1"/>
              <a:t>A,Step</a:t>
            </a:r>
            <a:r>
              <a:rPr lang="en-US" sz="1600" dirty="0"/>
              <a:t> B)%</a:t>
            </a:r>
            <a:r>
              <a:rPr lang="en-US" sz="1600" dirty="0" err="1"/>
              <a:t>nSummary</a:t>
            </a:r>
            <a:r>
              <a:rPr lang="en-US" sz="1600" dirty="0"/>
              <a:t> of </a:t>
            </a:r>
            <a:r>
              <a:rPr lang="en-US" sz="1600" dirty="0" err="1"/>
              <a:t>Tricks:Modulo</a:t>
            </a:r>
            <a:r>
              <a:rPr lang="en-US" sz="1600" dirty="0"/>
              <a:t> </a:t>
            </a:r>
            <a:r>
              <a:rPr lang="en-US" sz="1600" dirty="0" err="1"/>
              <a:t>Arithmetic:Simplify</a:t>
            </a:r>
            <a:r>
              <a:rPr lang="en-US" sz="1600" dirty="0"/>
              <a:t> cyclic </a:t>
            </a:r>
            <a:r>
              <a:rPr lang="en-US" sz="1600" dirty="0" err="1"/>
              <a:t>operations.Avoid</a:t>
            </a:r>
            <a:r>
              <a:rPr lang="en-US" sz="1600" dirty="0"/>
              <a:t> unnecessary loops when wrapping around </a:t>
            </a:r>
            <a:r>
              <a:rPr lang="en-US" sz="1600" dirty="0" err="1"/>
              <a:t>ranges.Summation</a:t>
            </a:r>
            <a:r>
              <a:rPr lang="en-US" sz="1600" dirty="0"/>
              <a:t> </a:t>
            </a:r>
            <a:r>
              <a:rPr lang="en-US" sz="1600" dirty="0" err="1"/>
              <a:t>Formulas:Replace</a:t>
            </a:r>
            <a:r>
              <a:rPr lang="en-US" sz="1600" dirty="0"/>
              <a:t> iterative calculations with direct </a:t>
            </a:r>
            <a:r>
              <a:rPr lang="en-US" sz="1600" dirty="0" err="1"/>
              <a:t>formulas.Optimize</a:t>
            </a:r>
            <a:r>
              <a:rPr lang="en-US" sz="1600" dirty="0"/>
              <a:t> series-related </a:t>
            </a:r>
            <a:r>
              <a:rPr lang="en-US" sz="1600" dirty="0" err="1"/>
              <a:t>problems.Geometry</a:t>
            </a:r>
            <a:r>
              <a:rPr lang="en-US" sz="1600" dirty="0"/>
              <a:t>/Number </a:t>
            </a:r>
            <a:r>
              <a:rPr lang="en-US" sz="1600" dirty="0" err="1"/>
              <a:t>Theory:Solve</a:t>
            </a:r>
            <a:r>
              <a:rPr lang="en-US" sz="1600" dirty="0"/>
              <a:t> cyclic or rotational problems with GCD, LCM, or modular </a:t>
            </a:r>
            <a:r>
              <a:rPr lang="en-US" sz="1600" dirty="0" err="1"/>
              <a:t>calculations.By</a:t>
            </a:r>
            <a:r>
              <a:rPr lang="en-US" sz="1600" dirty="0"/>
              <a:t> practicing problems in these domains, you’ll develop an intuition for spotting when and how to apply these tricks.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897943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158C56-FB20-5453-3BD4-86FF53C66E55}"/>
              </a:ext>
            </a:extLst>
          </p:cNvPr>
          <p:cNvSpPr txBox="1"/>
          <p:nvPr/>
        </p:nvSpPr>
        <p:spPr>
          <a:xfrm>
            <a:off x="593888" y="292231"/>
            <a:ext cx="112650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When an element shifts to the right by k positions, its new position in a circular array is:</a:t>
            </a:r>
          </a:p>
          <a:p>
            <a:endParaRPr lang="en-US" sz="3600" dirty="0"/>
          </a:p>
          <a:p>
            <a:r>
              <a:rPr lang="en-US" sz="3600" dirty="0" err="1"/>
              <a:t>new_index</a:t>
            </a:r>
            <a:r>
              <a:rPr lang="en-US" sz="3600" dirty="0"/>
              <a:t>=(</a:t>
            </a:r>
            <a:r>
              <a:rPr lang="en-US" sz="3600" dirty="0" err="1"/>
              <a:t>current_index</a:t>
            </a:r>
            <a:r>
              <a:rPr lang="en-US" sz="3600" dirty="0"/>
              <a:t>+𝑘)%𝑛</a:t>
            </a:r>
          </a:p>
          <a:p>
            <a:endParaRPr lang="en-US" sz="3600" dirty="0"/>
          </a:p>
          <a:p>
            <a:r>
              <a:rPr lang="en-US" sz="3600" dirty="0"/>
              <a:t>Similarly, for a left rotation:</a:t>
            </a:r>
          </a:p>
          <a:p>
            <a:endParaRPr lang="en-US" sz="3600" dirty="0"/>
          </a:p>
          <a:p>
            <a:r>
              <a:rPr lang="en-US" sz="3600" dirty="0" err="1"/>
              <a:t>new_index</a:t>
            </a:r>
            <a:r>
              <a:rPr lang="en-US" sz="3600" dirty="0"/>
              <a:t>=(</a:t>
            </a:r>
            <a:r>
              <a:rPr lang="en-US" sz="3600" dirty="0" err="1"/>
              <a:t>current_index</a:t>
            </a:r>
            <a:r>
              <a:rPr lang="en-US" sz="3600" dirty="0"/>
              <a:t>−𝑘+𝑛)%𝑛</a:t>
            </a:r>
            <a:r>
              <a:rPr lang="en-US" sz="3600" dirty="0" err="1"/>
              <a:t>new_index</a:t>
            </a:r>
            <a:r>
              <a:rPr lang="en-US" sz="3600" dirty="0"/>
              <a:t>=(</a:t>
            </a:r>
            <a:r>
              <a:rPr lang="en-US" sz="3600" dirty="0" err="1"/>
              <a:t>current_index−k+n</a:t>
            </a:r>
            <a:r>
              <a:rPr lang="en-US" sz="3600" dirty="0"/>
              <a:t>)%n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88869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D75C5-30E7-D005-43E8-C7C96FA3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78CCA0-777F-ACE1-8EA5-A8500A39E0C9}"/>
              </a:ext>
            </a:extLst>
          </p:cNvPr>
          <p:cNvSpPr txBox="1"/>
          <p:nvPr/>
        </p:nvSpPr>
        <p:spPr>
          <a:xfrm>
            <a:off x="424206" y="0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 dirty="0">
                <a:solidFill>
                  <a:srgbClr val="0E141E"/>
                </a:solidFill>
                <a:effectLst/>
                <a:latin typeface="var(--font-family-text)"/>
              </a:rPr>
              <a:t>Circular Array Rotation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EC182-FDD1-ADF5-9761-CDA30B1E8E57}"/>
              </a:ext>
            </a:extLst>
          </p:cNvPr>
          <p:cNvSpPr txBox="1"/>
          <p:nvPr/>
        </p:nvSpPr>
        <p:spPr>
          <a:xfrm>
            <a:off x="141401" y="646330"/>
            <a:ext cx="10294071" cy="526297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IN" sz="2800" dirty="0"/>
              <a:t>vector&lt;int&gt; </a:t>
            </a:r>
            <a:r>
              <a:rPr lang="en-IN" sz="2800" dirty="0" err="1"/>
              <a:t>circularArrayRotation</a:t>
            </a:r>
            <a:r>
              <a:rPr lang="en-IN" sz="2800" dirty="0"/>
              <a:t>(vector&lt;int&gt; a, int k, vector&lt;int&gt; queries) {</a:t>
            </a:r>
          </a:p>
          <a:p>
            <a:r>
              <a:rPr lang="en-IN" sz="2800" dirty="0"/>
              <a:t>    int n = </a:t>
            </a:r>
            <a:r>
              <a:rPr lang="en-IN" sz="2800" dirty="0" err="1"/>
              <a:t>a.size</a:t>
            </a:r>
            <a:r>
              <a:rPr lang="en-IN" sz="2800" dirty="0"/>
              <a:t>();</a:t>
            </a:r>
          </a:p>
          <a:p>
            <a:r>
              <a:rPr lang="en-IN" sz="2800" dirty="0"/>
              <a:t>    k = k % n;</a:t>
            </a:r>
          </a:p>
          <a:p>
            <a:r>
              <a:rPr lang="en-IN" sz="2800" dirty="0"/>
              <a:t>    vector&lt;int&gt; res(</a:t>
            </a:r>
            <a:r>
              <a:rPr lang="en-IN" sz="2800" dirty="0" err="1"/>
              <a:t>queries.size</a:t>
            </a:r>
            <a:r>
              <a:rPr lang="en-IN" sz="2800" dirty="0"/>
              <a:t>());</a:t>
            </a:r>
          </a:p>
          <a:p>
            <a:r>
              <a:rPr lang="en-IN" sz="2800" dirty="0"/>
              <a:t>     vector&lt;int&gt; result(</a:t>
            </a:r>
            <a:r>
              <a:rPr lang="en-IN" sz="2800" dirty="0" err="1"/>
              <a:t>queries.size</a:t>
            </a:r>
            <a:r>
              <a:rPr lang="en-IN" sz="2800" dirty="0"/>
              <a:t>());</a:t>
            </a:r>
          </a:p>
          <a:p>
            <a:r>
              <a:rPr lang="en-IN" sz="2800" dirty="0"/>
              <a:t>    for (int </a:t>
            </a:r>
            <a:r>
              <a:rPr lang="en-IN" sz="2800" dirty="0" err="1"/>
              <a:t>i</a:t>
            </a:r>
            <a:r>
              <a:rPr lang="en-IN" sz="2800" dirty="0"/>
              <a:t> = 0; </a:t>
            </a:r>
            <a:r>
              <a:rPr lang="en-IN" sz="2800" dirty="0" err="1"/>
              <a:t>i</a:t>
            </a:r>
            <a:r>
              <a:rPr lang="en-IN" sz="2800" dirty="0"/>
              <a:t> &lt; </a:t>
            </a:r>
            <a:r>
              <a:rPr lang="en-IN" sz="2800" dirty="0" err="1"/>
              <a:t>queries.size</a:t>
            </a:r>
            <a:r>
              <a:rPr lang="en-IN" sz="2800" dirty="0"/>
              <a:t>(); </a:t>
            </a:r>
            <a:r>
              <a:rPr lang="en-IN" sz="2800" dirty="0" err="1"/>
              <a:t>i</a:t>
            </a:r>
            <a:r>
              <a:rPr lang="en-IN" sz="2800" dirty="0"/>
              <a:t>++) {</a:t>
            </a:r>
          </a:p>
          <a:p>
            <a:r>
              <a:rPr lang="en-IN" sz="2800" dirty="0"/>
              <a:t>        // Use modulo arithmetic to directly calculate the result</a:t>
            </a:r>
          </a:p>
          <a:p>
            <a:r>
              <a:rPr lang="en-IN" sz="2800" dirty="0"/>
              <a:t>        res[</a:t>
            </a:r>
            <a:r>
              <a:rPr lang="en-IN" sz="2800" dirty="0" err="1"/>
              <a:t>i</a:t>
            </a:r>
            <a:r>
              <a:rPr lang="en-IN" sz="2800" dirty="0"/>
              <a:t>] = a[(queries[</a:t>
            </a:r>
            <a:r>
              <a:rPr lang="en-IN" sz="2800" dirty="0" err="1"/>
              <a:t>i</a:t>
            </a:r>
            <a:r>
              <a:rPr lang="en-IN" sz="2800" dirty="0"/>
              <a:t>] - k + n) % n];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 return  res;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91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E052-8FE0-042D-AFEA-C06A20DD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21C557-94CF-CC5D-4B30-F0E6BB0437C6}"/>
              </a:ext>
            </a:extLst>
          </p:cNvPr>
          <p:cNvSpPr txBox="1"/>
          <p:nvPr/>
        </p:nvSpPr>
        <p:spPr>
          <a:xfrm>
            <a:off x="414780" y="356803"/>
            <a:ext cx="96907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4400" b="1" i="0" dirty="0">
                <a:solidFill>
                  <a:srgbClr val="0E141E"/>
                </a:solidFill>
                <a:effectLst/>
                <a:latin typeface="var(--font-family-text)"/>
              </a:rPr>
              <a:t>Sequence Equation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B8321-7B6C-E218-D058-F4F9B9492B1E}"/>
              </a:ext>
            </a:extLst>
          </p:cNvPr>
          <p:cNvSpPr txBox="1"/>
          <p:nvPr/>
        </p:nvSpPr>
        <p:spPr>
          <a:xfrm>
            <a:off x="263950" y="2173472"/>
            <a:ext cx="10294071" cy="353943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sz="2800" dirty="0"/>
              <a:t>vector&lt;int&gt; </a:t>
            </a:r>
            <a:r>
              <a:rPr lang="en-US" sz="2800" dirty="0" err="1"/>
              <a:t>permutationEquation</a:t>
            </a:r>
            <a:r>
              <a:rPr lang="en-US" sz="2800" dirty="0"/>
              <a:t>(vector&lt;int&gt; p) {</a:t>
            </a:r>
          </a:p>
          <a:p>
            <a:r>
              <a:rPr lang="en-US" sz="2800" dirty="0"/>
              <a:t>    int n = </a:t>
            </a:r>
            <a:r>
              <a:rPr lang="en-US" sz="2800" dirty="0" err="1"/>
              <a:t>p.size</a:t>
            </a:r>
            <a:r>
              <a:rPr lang="en-US" sz="2800" dirty="0"/>
              <a:t>();</a:t>
            </a:r>
          </a:p>
          <a:p>
            <a:r>
              <a:rPr lang="en-US" sz="2800" dirty="0"/>
              <a:t>    vector&lt;int&gt; a(n);</a:t>
            </a:r>
          </a:p>
          <a:p>
            <a:r>
              <a:rPr lang="en-US" sz="2800" dirty="0"/>
              <a:t>    for(int  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n; </a:t>
            </a:r>
            <a:r>
              <a:rPr lang="en-US" sz="2800" dirty="0" err="1"/>
              <a:t>i</a:t>
            </a:r>
            <a:r>
              <a:rPr lang="en-US" sz="2800" dirty="0"/>
              <a:t>++){</a:t>
            </a:r>
          </a:p>
          <a:p>
            <a:r>
              <a:rPr lang="en-US" sz="2800" dirty="0"/>
              <a:t>         a[p[p[</a:t>
            </a:r>
            <a:r>
              <a:rPr lang="en-US" sz="2800" dirty="0" err="1"/>
              <a:t>i</a:t>
            </a:r>
            <a:r>
              <a:rPr lang="en-US" sz="2800" dirty="0"/>
              <a:t>]-1]-1] = i+1;</a:t>
            </a:r>
          </a:p>
          <a:p>
            <a:r>
              <a:rPr lang="en-US" sz="2800" dirty="0"/>
              <a:t>    }</a:t>
            </a:r>
          </a:p>
          <a:p>
            <a:r>
              <a:rPr lang="en-US" sz="2800" dirty="0"/>
              <a:t>    return a;</a:t>
            </a:r>
          </a:p>
          <a:p>
            <a:r>
              <a:rPr lang="en-US" sz="2800" dirty="0"/>
              <a:t>}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3482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11160</TotalTime>
  <Words>8137</Words>
  <Application>Microsoft Office PowerPoint</Application>
  <PresentationFormat>Widescreen</PresentationFormat>
  <Paragraphs>1058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Arial Black</vt:lpstr>
      <vt:lpstr>Calibri</vt:lpstr>
      <vt:lpstr>Calibri Light</vt:lpstr>
      <vt:lpstr>Satoshi</vt:lpstr>
      <vt:lpstr>SourceCodePro</vt:lpstr>
      <vt:lpstr>var(--font-family-text)</vt:lpstr>
      <vt:lpstr>Office Theme</vt:lpstr>
      <vt:lpstr>SET 1</vt:lpstr>
      <vt:lpstr>Solve Me First</vt:lpstr>
      <vt:lpstr>Simple Array Sum</vt:lpstr>
      <vt:lpstr>Compare the Triplets</vt:lpstr>
      <vt:lpstr>SET 2</vt:lpstr>
      <vt:lpstr>A Very Big Sum</vt:lpstr>
      <vt:lpstr>Diagonal Difference</vt:lpstr>
      <vt:lpstr>Plus Minus</vt:lpstr>
      <vt:lpstr>SET 3</vt:lpstr>
      <vt:lpstr>Staircase </vt:lpstr>
      <vt:lpstr>Mini-Max Sum </vt:lpstr>
      <vt:lpstr>Birthday Cake Candles </vt:lpstr>
      <vt:lpstr>SET 4</vt:lpstr>
      <vt:lpstr>Time Conversion</vt:lpstr>
      <vt:lpstr>Time Conversion (C)</vt:lpstr>
      <vt:lpstr>Grading Students</vt:lpstr>
      <vt:lpstr>Grading Students(C)</vt:lpstr>
      <vt:lpstr>Apple and Orange</vt:lpstr>
      <vt:lpstr>Apple and Orange (C)</vt:lpstr>
      <vt:lpstr>SET 5</vt:lpstr>
      <vt:lpstr>Number Line Jumps</vt:lpstr>
      <vt:lpstr>Breaking the Records</vt:lpstr>
      <vt:lpstr>Breaking the Records (C)</vt:lpstr>
      <vt:lpstr>Subarray Division</vt:lpstr>
      <vt:lpstr>Subarray Division (C)</vt:lpstr>
      <vt:lpstr>SET 6</vt:lpstr>
      <vt:lpstr>Divisible Sum Pairs</vt:lpstr>
      <vt:lpstr>Migratory Birds</vt:lpstr>
      <vt:lpstr>Day of the Programmer</vt:lpstr>
      <vt:lpstr>Day of the Programmer (C) </vt:lpstr>
      <vt:lpstr>SET 7</vt:lpstr>
      <vt:lpstr>Bon Appétit</vt:lpstr>
      <vt:lpstr>sock-merchant</vt:lpstr>
      <vt:lpstr>Drawing Book</vt:lpstr>
      <vt:lpstr>SET 8</vt:lpstr>
      <vt:lpstr>Counting Valleys</vt:lpstr>
      <vt:lpstr>Electronics Shop</vt:lpstr>
      <vt:lpstr>PowerPoint Presentation</vt:lpstr>
      <vt:lpstr>SET 9</vt:lpstr>
      <vt:lpstr>PowerPoint Presentation</vt:lpstr>
      <vt:lpstr>PowerPoint Presentation</vt:lpstr>
      <vt:lpstr>PowerPoint Presentation</vt:lpstr>
      <vt:lpstr>SET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11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77</cp:revision>
  <dcterms:created xsi:type="dcterms:W3CDTF">2024-12-13T16:59:23Z</dcterms:created>
  <dcterms:modified xsi:type="dcterms:W3CDTF">2025-05-30T10:35:08Z</dcterms:modified>
</cp:coreProperties>
</file>